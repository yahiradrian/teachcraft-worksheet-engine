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B29B2-EEB3-41BA-B983-AF0EA5F620D8}" v="8" dt="2026-03-11T23:17:45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87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hir Adrian Ortiz Estrella" userId="f05236199d9cb247" providerId="LiveId" clId="{3CBD77D6-72C8-44D6-A27B-976CC077C692}"/>
    <pc:docChg chg="modSld">
      <pc:chgData name="Yahir Adrian Ortiz Estrella" userId="f05236199d9cb247" providerId="LiveId" clId="{3CBD77D6-72C8-44D6-A27B-976CC077C692}" dt="2026-03-11T23:17:45.816" v="28"/>
      <pc:docMkLst>
        <pc:docMk/>
      </pc:docMkLst>
      <pc:sldChg chg="addSp modSp mod">
        <pc:chgData name="Yahir Adrian Ortiz Estrella" userId="f05236199d9cb247" providerId="LiveId" clId="{3CBD77D6-72C8-44D6-A27B-976CC077C692}" dt="2026-03-11T23:17:06.808" v="26" actId="122"/>
        <pc:sldMkLst>
          <pc:docMk/>
          <pc:sldMk cId="0" sldId="256"/>
        </pc:sldMkLst>
        <pc:spChg chg="mod">
          <ac:chgData name="Yahir Adrian Ortiz Estrella" userId="f05236199d9cb247" providerId="LiveId" clId="{3CBD77D6-72C8-44D6-A27B-976CC077C692}" dt="2026-03-11T23:16:53.502" v="17" actId="122"/>
          <ac:spMkLst>
            <pc:docMk/>
            <pc:sldMk cId="0" sldId="256"/>
            <ac:spMk id="2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6:55.366" v="18" actId="1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6:56.713" v="19" actId="122"/>
          <ac:spMkLst>
            <pc:docMk/>
            <pc:sldMk cId="0" sldId="256"/>
            <ac:spMk id="4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6:58.185" v="20" actId="122"/>
          <ac:spMkLst>
            <pc:docMk/>
            <pc:sldMk cId="0" sldId="256"/>
            <ac:spMk id="5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6:59.235" v="21" actId="122"/>
          <ac:spMkLst>
            <pc:docMk/>
            <pc:sldMk cId="0" sldId="256"/>
            <ac:spMk id="6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7:00.685" v="22" actId="122"/>
          <ac:spMkLst>
            <pc:docMk/>
            <pc:sldMk cId="0" sldId="256"/>
            <ac:spMk id="7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7:02.843" v="23" actId="122"/>
          <ac:spMkLst>
            <pc:docMk/>
            <pc:sldMk cId="0" sldId="256"/>
            <ac:spMk id="8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7:04.036" v="24" actId="122"/>
          <ac:spMkLst>
            <pc:docMk/>
            <pc:sldMk cId="0" sldId="256"/>
            <ac:spMk id="9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7:05.391" v="25" actId="122"/>
          <ac:spMkLst>
            <pc:docMk/>
            <pc:sldMk cId="0" sldId="256"/>
            <ac:spMk id="10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7:06.808" v="26" actId="122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Yahir Adrian Ortiz Estrella" userId="f05236199d9cb247" providerId="LiveId" clId="{3CBD77D6-72C8-44D6-A27B-976CC077C692}" dt="2026-03-11T23:16:36.978" v="14" actId="2085"/>
          <ac:spMkLst>
            <pc:docMk/>
            <pc:sldMk cId="0" sldId="256"/>
            <ac:spMk id="12" creationId="{ECF5FF8C-7E75-E181-FC44-D880A76BFAAF}"/>
          </ac:spMkLst>
        </pc:spChg>
        <pc:spChg chg="add mod">
          <ac:chgData name="Yahir Adrian Ortiz Estrella" userId="f05236199d9cb247" providerId="LiveId" clId="{3CBD77D6-72C8-44D6-A27B-976CC077C692}" dt="2026-03-11T23:16:36.978" v="14" actId="2085"/>
          <ac:spMkLst>
            <pc:docMk/>
            <pc:sldMk cId="0" sldId="256"/>
            <ac:spMk id="13" creationId="{81C6A5B2-5841-D363-360E-1D58B495093A}"/>
          </ac:spMkLst>
        </pc:spChg>
        <pc:spChg chg="add mod">
          <ac:chgData name="Yahir Adrian Ortiz Estrella" userId="f05236199d9cb247" providerId="LiveId" clId="{3CBD77D6-72C8-44D6-A27B-976CC077C692}" dt="2026-03-11T23:16:36.978" v="14" actId="2085"/>
          <ac:spMkLst>
            <pc:docMk/>
            <pc:sldMk cId="0" sldId="256"/>
            <ac:spMk id="14" creationId="{A4DBB08B-1E22-E2EE-B6B8-1E7CB137A5C1}"/>
          </ac:spMkLst>
        </pc:spChg>
        <pc:spChg chg="add mod">
          <ac:chgData name="Yahir Adrian Ortiz Estrella" userId="f05236199d9cb247" providerId="LiveId" clId="{3CBD77D6-72C8-44D6-A27B-976CC077C692}" dt="2026-03-11T23:16:24.043" v="11" actId="2085"/>
          <ac:spMkLst>
            <pc:docMk/>
            <pc:sldMk cId="0" sldId="256"/>
            <ac:spMk id="15" creationId="{00EC514B-CD88-C161-E3D2-E0989C6AED31}"/>
          </ac:spMkLst>
        </pc:spChg>
        <pc:spChg chg="add mod">
          <ac:chgData name="Yahir Adrian Ortiz Estrella" userId="f05236199d9cb247" providerId="LiveId" clId="{3CBD77D6-72C8-44D6-A27B-976CC077C692}" dt="2026-03-11T23:16:31.833" v="13" actId="207"/>
          <ac:spMkLst>
            <pc:docMk/>
            <pc:sldMk cId="0" sldId="256"/>
            <ac:spMk id="16" creationId="{EDD9BB94-997B-AD51-D5AD-BAC41265A65A}"/>
          </ac:spMkLst>
        </pc:spChg>
        <pc:spChg chg="add mod">
          <ac:chgData name="Yahir Adrian Ortiz Estrella" userId="f05236199d9cb247" providerId="LiveId" clId="{3CBD77D6-72C8-44D6-A27B-976CC077C692}" dt="2026-03-11T23:16:41.043" v="15" actId="571"/>
          <ac:spMkLst>
            <pc:docMk/>
            <pc:sldMk cId="0" sldId="256"/>
            <ac:spMk id="17" creationId="{406E5E14-F39C-9E7D-BD86-A21408C8A2C9}"/>
          </ac:spMkLst>
        </pc:spChg>
        <pc:spChg chg="add mod">
          <ac:chgData name="Yahir Adrian Ortiz Estrella" userId="f05236199d9cb247" providerId="LiveId" clId="{3CBD77D6-72C8-44D6-A27B-976CC077C692}" dt="2026-03-11T23:16:41.043" v="15" actId="571"/>
          <ac:spMkLst>
            <pc:docMk/>
            <pc:sldMk cId="0" sldId="256"/>
            <ac:spMk id="18" creationId="{18529E87-1FCB-49B4-B574-466CCB5F82BA}"/>
          </ac:spMkLst>
        </pc:spChg>
        <pc:spChg chg="add mod">
          <ac:chgData name="Yahir Adrian Ortiz Estrella" userId="f05236199d9cb247" providerId="LiveId" clId="{3CBD77D6-72C8-44D6-A27B-976CC077C692}" dt="2026-03-11T23:16:41.043" v="15" actId="571"/>
          <ac:spMkLst>
            <pc:docMk/>
            <pc:sldMk cId="0" sldId="256"/>
            <ac:spMk id="19" creationId="{BD4D1176-C3BF-F64D-7672-E2857931D71A}"/>
          </ac:spMkLst>
        </pc:spChg>
        <pc:spChg chg="add mod">
          <ac:chgData name="Yahir Adrian Ortiz Estrella" userId="f05236199d9cb247" providerId="LiveId" clId="{3CBD77D6-72C8-44D6-A27B-976CC077C692}" dt="2026-03-11T23:16:48.957" v="16" actId="571"/>
          <ac:spMkLst>
            <pc:docMk/>
            <pc:sldMk cId="0" sldId="256"/>
            <ac:spMk id="20" creationId="{EB778D72-D177-4683-750E-40C6686CA073}"/>
          </ac:spMkLst>
        </pc:spChg>
        <pc:spChg chg="add mod">
          <ac:chgData name="Yahir Adrian Ortiz Estrella" userId="f05236199d9cb247" providerId="LiveId" clId="{3CBD77D6-72C8-44D6-A27B-976CC077C692}" dt="2026-03-11T23:16:48.957" v="16" actId="571"/>
          <ac:spMkLst>
            <pc:docMk/>
            <pc:sldMk cId="0" sldId="256"/>
            <ac:spMk id="21" creationId="{D0B894DA-57BE-A345-AC02-58F7612E4C5C}"/>
          </ac:spMkLst>
        </pc:spChg>
      </pc:sldChg>
      <pc:sldChg chg="addSp modSp mod">
        <pc:chgData name="Yahir Adrian Ortiz Estrella" userId="f05236199d9cb247" providerId="LiveId" clId="{3CBD77D6-72C8-44D6-A27B-976CC077C692}" dt="2026-03-11T23:17:43.366" v="27"/>
        <pc:sldMkLst>
          <pc:docMk/>
          <pc:sldMk cId="0" sldId="257"/>
        </pc:sldMkLst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2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3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4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5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6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7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8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9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10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0.624" v="1" actId="13822"/>
          <ac:spMkLst>
            <pc:docMk/>
            <pc:sldMk cId="0" sldId="257"/>
            <ac:spMk id="11" creationId="{00000000-0000-0000-0000-000000000000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12" creationId="{B7A1BF37-4BD5-B429-7EF4-B302413FD37E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13" creationId="{31F70EED-A781-6E86-D5E8-19B045C3E995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14" creationId="{175BCE5B-E3B9-9A51-597B-E2CFA56572FF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15" creationId="{8700E818-4800-11D0-DC23-9DEC8DA26C5A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16" creationId="{058D1234-E1E3-F043-F997-937C4148D26C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17" creationId="{AF4534CD-9171-7022-1D5D-90FC481FA424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18" creationId="{6622AA48-BD18-CD87-6698-96D3D2C57E57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19" creationId="{A8F86979-18B5-7960-2AD7-CCFAC71D3908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20" creationId="{27FD4022-0002-AEB6-21A8-FCD15BD760BF}"/>
          </ac:spMkLst>
        </pc:spChg>
        <pc:spChg chg="add mod">
          <ac:chgData name="Yahir Adrian Ortiz Estrella" userId="f05236199d9cb247" providerId="LiveId" clId="{3CBD77D6-72C8-44D6-A27B-976CC077C692}" dt="2026-03-11T23:17:43.366" v="27"/>
          <ac:spMkLst>
            <pc:docMk/>
            <pc:sldMk cId="0" sldId="257"/>
            <ac:spMk id="21" creationId="{A5D0F54F-9A8F-CF11-FC19-7399E5FDF040}"/>
          </ac:spMkLst>
        </pc:spChg>
      </pc:sldChg>
      <pc:sldChg chg="addSp modSp mod">
        <pc:chgData name="Yahir Adrian Ortiz Estrella" userId="f05236199d9cb247" providerId="LiveId" clId="{3CBD77D6-72C8-44D6-A27B-976CC077C692}" dt="2026-03-11T23:17:45.816" v="28"/>
        <pc:sldMkLst>
          <pc:docMk/>
          <pc:sldMk cId="0" sldId="258"/>
        </pc:sldMkLst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2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3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4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5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6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7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8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9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10" creationId="{00000000-0000-0000-0000-000000000000}"/>
          </ac:spMkLst>
        </pc:spChg>
        <pc:spChg chg="mod">
          <ac:chgData name="Yahir Adrian Ortiz Estrella" userId="f05236199d9cb247" providerId="LiveId" clId="{3CBD77D6-72C8-44D6-A27B-976CC077C692}" dt="2026-03-11T23:15:25.789" v="2" actId="13822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12" creationId="{46923CB0-7CED-5A14-0894-B6661EB05289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13" creationId="{CAB5D600-0E2F-B95E-F880-156F448F1D2E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14" creationId="{856A881B-FB45-34E7-8CB2-E2F95CABC825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15" creationId="{87874172-E4DC-5B23-8AF6-912060C6F149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16" creationId="{1E9F212E-C17A-03DF-77AB-7DA849932721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17" creationId="{C98E114E-A221-6F23-09CE-4AEEF865ECB1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18" creationId="{D56A2EBE-85AE-00BE-4040-792633843DD4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19" creationId="{9BCB9DA7-6D49-330F-953D-08A64CAC85F2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20" creationId="{217D560B-67D7-80DB-B364-57D10E734405}"/>
          </ac:spMkLst>
        </pc:spChg>
        <pc:spChg chg="add mod">
          <ac:chgData name="Yahir Adrian Ortiz Estrella" userId="f05236199d9cb247" providerId="LiveId" clId="{3CBD77D6-72C8-44D6-A27B-976CC077C692}" dt="2026-03-11T23:17:45.816" v="28"/>
          <ac:spMkLst>
            <pc:docMk/>
            <pc:sldMk cId="0" sldId="258"/>
            <ac:spMk id="21" creationId="{99FF5AB2-4A31-40BE-2970-3FAAAAD280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9BE20-8124-423B-A517-54471B0C3F7F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65A27-FC27-4F35-A92A-129CEC951A9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497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65A27-FC27-4F35-A92A-129CEC951A98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1098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repeat:cards">
            <a:extLst>
              <a:ext uri="{FF2B5EF4-FFF2-40B4-BE49-F238E27FC236}">
                <a16:creationId xmlns:a16="http://schemas.microsoft.com/office/drawing/2014/main" id="{7C490F70-D30E-E741-C914-2A75E2B28380}"/>
              </a:ext>
            </a:extLst>
          </p:cNvPr>
          <p:cNvGrpSpPr/>
          <p:nvPr/>
        </p:nvGrpSpPr>
        <p:grpSpPr>
          <a:xfrm>
            <a:off x="457200" y="457200"/>
            <a:ext cx="6858000" cy="9144000"/>
            <a:chOff x="457200" y="457200"/>
            <a:chExt cx="6858000" cy="9144000"/>
          </a:xfrm>
        </p:grpSpPr>
        <p:sp>
          <p:nvSpPr>
            <p:cNvPr id="2" name="rbind:sentences"/>
            <p:cNvSpPr/>
            <p:nvPr/>
          </p:nvSpPr>
          <p:spPr>
            <a:xfrm>
              <a:off x="457200" y="457200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I - always - wake - up - early</a:t>
              </a:r>
            </a:p>
          </p:txBody>
        </p:sp>
        <p:sp>
          <p:nvSpPr>
            <p:cNvPr id="3" name="rbind:sentences"/>
            <p:cNvSpPr/>
            <p:nvPr/>
          </p:nvSpPr>
          <p:spPr>
            <a:xfrm>
              <a:off x="4023360" y="457200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She - usually - drink - coffee</a:t>
              </a:r>
            </a:p>
          </p:txBody>
        </p:sp>
        <p:sp>
          <p:nvSpPr>
            <p:cNvPr id="4" name="rbind:sentences"/>
            <p:cNvSpPr/>
            <p:nvPr/>
          </p:nvSpPr>
          <p:spPr>
            <a:xfrm>
              <a:off x="457200" y="2340864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He - often - walk - to - work</a:t>
              </a:r>
            </a:p>
          </p:txBody>
        </p:sp>
        <p:sp>
          <p:nvSpPr>
            <p:cNvPr id="5" name="rbind:sentences"/>
            <p:cNvSpPr/>
            <p:nvPr/>
          </p:nvSpPr>
          <p:spPr>
            <a:xfrm>
              <a:off x="4023360" y="2340864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We - sometimes - eat - breakfast - together</a:t>
              </a:r>
            </a:p>
          </p:txBody>
        </p:sp>
        <p:sp>
          <p:nvSpPr>
            <p:cNvPr id="6" name="rbind:sentences"/>
            <p:cNvSpPr/>
            <p:nvPr/>
          </p:nvSpPr>
          <p:spPr>
            <a:xfrm>
              <a:off x="457200" y="4224528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They - never - watch - TV - late</a:t>
              </a:r>
            </a:p>
          </p:txBody>
        </p:sp>
        <p:sp>
          <p:nvSpPr>
            <p:cNvPr id="7" name="rbind:sentences"/>
            <p:cNvSpPr/>
            <p:nvPr/>
          </p:nvSpPr>
          <p:spPr>
            <a:xfrm>
              <a:off x="4023360" y="4224528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You - usually - study - English - at - home</a:t>
              </a:r>
            </a:p>
          </p:txBody>
        </p:sp>
        <p:sp>
          <p:nvSpPr>
            <p:cNvPr id="8" name="rbind:sentences"/>
            <p:cNvSpPr/>
            <p:nvPr/>
          </p:nvSpPr>
          <p:spPr>
            <a:xfrm>
              <a:off x="457200" y="6108192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My - mom - always - cook - dinner</a:t>
              </a:r>
            </a:p>
          </p:txBody>
        </p:sp>
        <p:sp>
          <p:nvSpPr>
            <p:cNvPr id="9" name="rbind:sentences"/>
            <p:cNvSpPr/>
            <p:nvPr/>
          </p:nvSpPr>
          <p:spPr>
            <a:xfrm>
              <a:off x="4023360" y="6108192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The - teacher - usually - explain - the - lesson</a:t>
              </a:r>
            </a:p>
          </p:txBody>
        </p:sp>
        <p:sp>
          <p:nvSpPr>
            <p:cNvPr id="10" name="rbind:sentences"/>
            <p:cNvSpPr/>
            <p:nvPr/>
          </p:nvSpPr>
          <p:spPr>
            <a:xfrm>
              <a:off x="457200" y="7991856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I - often - play - football - after - school</a:t>
              </a:r>
            </a:p>
          </p:txBody>
        </p:sp>
        <p:sp>
          <p:nvSpPr>
            <p:cNvPr id="11" name="rbind:sentences"/>
            <p:cNvSpPr/>
            <p:nvPr/>
          </p:nvSpPr>
          <p:spPr>
            <a:xfrm>
              <a:off x="4023360" y="7991856"/>
              <a:ext cx="3291840" cy="160934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 sz="2800" b="1"/>
              </a:pPr>
              <a:r>
                <a:rPr dirty="0"/>
                <a:t>He - sometimes - read - a - book - at - night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ECF5FF8C-7E75-E181-FC44-D880A76BFAAF}"/>
              </a:ext>
            </a:extLst>
          </p:cNvPr>
          <p:cNvSpPr/>
          <p:nvPr/>
        </p:nvSpPr>
        <p:spPr>
          <a:xfrm>
            <a:off x="457200" y="457200"/>
            <a:ext cx="3291840" cy="21735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C6A5B2-5841-D363-360E-1D58B495093A}"/>
              </a:ext>
            </a:extLst>
          </p:cNvPr>
          <p:cNvSpPr/>
          <p:nvPr/>
        </p:nvSpPr>
        <p:spPr>
          <a:xfrm>
            <a:off x="457200" y="2340864"/>
            <a:ext cx="3291840" cy="2173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DBB08B-1E22-E2EE-B6B8-1E7CB137A5C1}"/>
              </a:ext>
            </a:extLst>
          </p:cNvPr>
          <p:cNvSpPr/>
          <p:nvPr/>
        </p:nvSpPr>
        <p:spPr>
          <a:xfrm>
            <a:off x="457200" y="4224528"/>
            <a:ext cx="3291840" cy="21735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EC514B-CD88-C161-E3D2-E0989C6AED31}"/>
              </a:ext>
            </a:extLst>
          </p:cNvPr>
          <p:cNvSpPr/>
          <p:nvPr/>
        </p:nvSpPr>
        <p:spPr>
          <a:xfrm>
            <a:off x="457200" y="6097998"/>
            <a:ext cx="3291840" cy="2173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D9BB94-997B-AD51-D5AD-BAC41265A65A}"/>
              </a:ext>
            </a:extLst>
          </p:cNvPr>
          <p:cNvSpPr/>
          <p:nvPr/>
        </p:nvSpPr>
        <p:spPr>
          <a:xfrm>
            <a:off x="457200" y="7991856"/>
            <a:ext cx="3291840" cy="21735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6E5E14-F39C-9E7D-BD86-A21408C8A2C9}"/>
              </a:ext>
            </a:extLst>
          </p:cNvPr>
          <p:cNvSpPr/>
          <p:nvPr/>
        </p:nvSpPr>
        <p:spPr>
          <a:xfrm>
            <a:off x="4023360" y="489678"/>
            <a:ext cx="3291840" cy="21735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529E87-1FCB-49B4-B574-466CCB5F82BA}"/>
              </a:ext>
            </a:extLst>
          </p:cNvPr>
          <p:cNvSpPr/>
          <p:nvPr/>
        </p:nvSpPr>
        <p:spPr>
          <a:xfrm>
            <a:off x="4023360" y="2373342"/>
            <a:ext cx="3291840" cy="2173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4D1176-C3BF-F64D-7672-E2857931D71A}"/>
              </a:ext>
            </a:extLst>
          </p:cNvPr>
          <p:cNvSpPr/>
          <p:nvPr/>
        </p:nvSpPr>
        <p:spPr>
          <a:xfrm>
            <a:off x="4023360" y="4257006"/>
            <a:ext cx="3291840" cy="21735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778D72-D177-4683-750E-40C6686CA073}"/>
              </a:ext>
            </a:extLst>
          </p:cNvPr>
          <p:cNvSpPr/>
          <p:nvPr/>
        </p:nvSpPr>
        <p:spPr>
          <a:xfrm>
            <a:off x="4023360" y="6108192"/>
            <a:ext cx="3291840" cy="2173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B894DA-57BE-A345-AC02-58F7612E4C5C}"/>
              </a:ext>
            </a:extLst>
          </p:cNvPr>
          <p:cNvSpPr/>
          <p:nvPr/>
        </p:nvSpPr>
        <p:spPr>
          <a:xfrm>
            <a:off x="4023360" y="8002050"/>
            <a:ext cx="3291840" cy="21735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69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Yahir</dc:creator>
  <cp:keywords/>
  <dc:description>generated using python-pptx</dc:description>
  <cp:lastModifiedBy>Yahir Adrian Ortiz Estrella</cp:lastModifiedBy>
  <cp:revision>3</cp:revision>
  <dcterms:created xsi:type="dcterms:W3CDTF">2013-01-27T09:14:16Z</dcterms:created>
  <dcterms:modified xsi:type="dcterms:W3CDTF">2026-08-20T23:47:55Z</dcterms:modified>
  <cp:category/>
</cp:coreProperties>
</file>