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85A22"/>
    <a:srgbClr val="FC9638"/>
    <a:srgbClr val="FE9738"/>
    <a:srgbClr val="A462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7FB41C-B7F2-4A42-AC91-86A30993332F}" v="49" dt="2026-08-21T01:16:25.9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10" d="100"/>
          <a:sy n="110" d="100"/>
        </p:scale>
        <p:origin x="768" y="-1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hir Adrian Ortiz Estrella" userId="f05236199d9cb247" providerId="LiveId" clId="{3CBD77D6-72C8-44D6-A27B-976CC077C692}"/>
    <pc:docChg chg="modSld">
      <pc:chgData name="Yahir Adrian Ortiz Estrella" userId="f05236199d9cb247" providerId="LiveId" clId="{3CBD77D6-72C8-44D6-A27B-976CC077C692}" dt="2026-08-21T01:16:25.921" v="85" actId="962"/>
      <pc:docMkLst>
        <pc:docMk/>
      </pc:docMkLst>
      <pc:sldChg chg="modSp">
        <pc:chgData name="Yahir Adrian Ortiz Estrella" userId="f05236199d9cb247" providerId="LiveId" clId="{3CBD77D6-72C8-44D6-A27B-976CC077C692}" dt="2026-08-21T01:16:25.921" v="85" actId="962"/>
        <pc:sldMkLst>
          <pc:docMk/>
          <pc:sldMk cId="3091835037" sldId="256"/>
        </pc:sldMkLst>
        <pc:picChg chg="mod">
          <ac:chgData name="Yahir Adrian Ortiz Estrella" userId="f05236199d9cb247" providerId="LiveId" clId="{3CBD77D6-72C8-44D6-A27B-976CC077C692}" dt="2026-08-21T01:08:04.163" v="45" actId="962"/>
          <ac:picMkLst>
            <pc:docMk/>
            <pc:sldMk cId="3091835037" sldId="256"/>
            <ac:picMk id="15" creationId="{1D316950-56FE-AFAE-F0DE-772829164868}"/>
          </ac:picMkLst>
        </pc:picChg>
        <pc:picChg chg="mod">
          <ac:chgData name="Yahir Adrian Ortiz Estrella" userId="f05236199d9cb247" providerId="LiveId" clId="{3CBD77D6-72C8-44D6-A27B-976CC077C692}" dt="2026-08-21T01:16:12.293" v="82" actId="962"/>
          <ac:picMkLst>
            <pc:docMk/>
            <pc:sldMk cId="3091835037" sldId="256"/>
            <ac:picMk id="19" creationId="{58ACBC8B-6106-5591-70F0-D1F96696E6FD}"/>
          </ac:picMkLst>
        </pc:picChg>
        <pc:picChg chg="mod">
          <ac:chgData name="Yahir Adrian Ortiz Estrella" userId="f05236199d9cb247" providerId="LiveId" clId="{3CBD77D6-72C8-44D6-A27B-976CC077C692}" dt="2026-08-21T01:16:16.537" v="83" actId="962"/>
          <ac:picMkLst>
            <pc:docMk/>
            <pc:sldMk cId="3091835037" sldId="256"/>
            <ac:picMk id="23" creationId="{CE22F6B8-48A1-C6DF-A49E-1242A55DA255}"/>
          </ac:picMkLst>
        </pc:picChg>
        <pc:picChg chg="mod">
          <ac:chgData name="Yahir Adrian Ortiz Estrella" userId="f05236199d9cb247" providerId="LiveId" clId="{3CBD77D6-72C8-44D6-A27B-976CC077C692}" dt="2026-08-21T01:08:16.960" v="46" actId="962"/>
          <ac:picMkLst>
            <pc:docMk/>
            <pc:sldMk cId="3091835037" sldId="256"/>
            <ac:picMk id="25" creationId="{1E3EDAD6-2DFB-8872-7EDD-6BD54EFF596C}"/>
          </ac:picMkLst>
        </pc:picChg>
        <pc:picChg chg="mod">
          <ac:chgData name="Yahir Adrian Ortiz Estrella" userId="f05236199d9cb247" providerId="LiveId" clId="{3CBD77D6-72C8-44D6-A27B-976CC077C692}" dt="2026-08-21T01:16:21.568" v="84" actId="962"/>
          <ac:picMkLst>
            <pc:docMk/>
            <pc:sldMk cId="3091835037" sldId="256"/>
            <ac:picMk id="27" creationId="{DCCF5BC0-1C84-E48D-5095-D22ADEE9AC65}"/>
          </ac:picMkLst>
        </pc:picChg>
        <pc:picChg chg="mod">
          <ac:chgData name="Yahir Adrian Ortiz Estrella" userId="f05236199d9cb247" providerId="LiveId" clId="{3CBD77D6-72C8-44D6-A27B-976CC077C692}" dt="2026-08-21T01:16:25.921" v="85" actId="962"/>
          <ac:picMkLst>
            <pc:docMk/>
            <pc:sldMk cId="3091835037" sldId="256"/>
            <ac:picMk id="30" creationId="{C90E3E91-F214-7C9A-722A-7DDD089D2903}"/>
          </ac:picMkLst>
        </pc:picChg>
        <pc:picChg chg="mod">
          <ac:chgData name="Yahir Adrian Ortiz Estrella" userId="f05236199d9cb247" providerId="LiveId" clId="{3CBD77D6-72C8-44D6-A27B-976CC077C692}" dt="2026-08-21T01:08:25.942" v="47" actId="962"/>
          <ac:picMkLst>
            <pc:docMk/>
            <pc:sldMk cId="3091835037" sldId="256"/>
            <ac:picMk id="38" creationId="{6387CA0E-ACCC-5C99-DC5B-ED750183DCED}"/>
          </ac:picMkLst>
        </pc:picChg>
        <pc:picChg chg="mod">
          <ac:chgData name="Yahir Adrian Ortiz Estrella" userId="f05236199d9cb247" providerId="LiveId" clId="{3CBD77D6-72C8-44D6-A27B-976CC077C692}" dt="2026-08-21T01:08:34.682" v="48" actId="962"/>
          <ac:picMkLst>
            <pc:docMk/>
            <pc:sldMk cId="3091835037" sldId="256"/>
            <ac:picMk id="40" creationId="{C0EF144E-7FA3-3998-4154-A1D24FA4344D}"/>
          </ac:picMkLst>
        </pc:picChg>
        <pc:picChg chg="mod">
          <ac:chgData name="Yahir Adrian Ortiz Estrella" userId="f05236199d9cb247" providerId="LiveId" clId="{3CBD77D6-72C8-44D6-A27B-976CC077C692}" dt="2026-08-21T01:08:51.335" v="49" actId="962"/>
          <ac:picMkLst>
            <pc:docMk/>
            <pc:sldMk cId="3091835037" sldId="256"/>
            <ac:picMk id="50" creationId="{428B4195-3DB5-B003-FDCA-2AE06F62D7A6}"/>
          </ac:picMkLst>
        </pc:picChg>
        <pc:picChg chg="mod">
          <ac:chgData name="Yahir Adrian Ortiz Estrella" userId="f05236199d9cb247" providerId="LiveId" clId="{3CBD77D6-72C8-44D6-A27B-976CC077C692}" dt="2026-08-21T01:09:00.515" v="50" actId="962"/>
          <ac:picMkLst>
            <pc:docMk/>
            <pc:sldMk cId="3091835037" sldId="256"/>
            <ac:picMk id="51" creationId="{70BE19C0-3205-EBB5-143E-D64D01C744EE}"/>
          </ac:picMkLst>
        </pc:picChg>
        <pc:picChg chg="mod">
          <ac:chgData name="Yahir Adrian Ortiz Estrella" userId="f05236199d9cb247" providerId="LiveId" clId="{3CBD77D6-72C8-44D6-A27B-976CC077C692}" dt="2026-08-21T01:09:07.915" v="51" actId="962"/>
          <ac:picMkLst>
            <pc:docMk/>
            <pc:sldMk cId="3091835037" sldId="256"/>
            <ac:picMk id="52" creationId="{8F0E9EDC-2275-77F9-CFCE-D0ADD24863C9}"/>
          </ac:picMkLst>
        </pc:picChg>
        <pc:picChg chg="mod">
          <ac:chgData name="Yahir Adrian Ortiz Estrella" userId="f05236199d9cb247" providerId="LiveId" clId="{3CBD77D6-72C8-44D6-A27B-976CC077C692}" dt="2026-08-21T01:09:16.814" v="52" actId="962"/>
          <ac:picMkLst>
            <pc:docMk/>
            <pc:sldMk cId="3091835037" sldId="256"/>
            <ac:picMk id="53" creationId="{166569CA-E273-D8E2-A2F3-B9A76E78BCE5}"/>
          </ac:picMkLst>
        </pc:picChg>
        <pc:picChg chg="mod">
          <ac:chgData name="Yahir Adrian Ortiz Estrella" userId="f05236199d9cb247" providerId="LiveId" clId="{3CBD77D6-72C8-44D6-A27B-976CC077C692}" dt="2026-08-21T01:09:39.443" v="53" actId="962"/>
          <ac:picMkLst>
            <pc:docMk/>
            <pc:sldMk cId="3091835037" sldId="256"/>
            <ac:picMk id="62" creationId="{0E210B9E-6449-DFC5-671F-877670A18332}"/>
          </ac:picMkLst>
        </pc:picChg>
        <pc:picChg chg="mod">
          <ac:chgData name="Yahir Adrian Ortiz Estrella" userId="f05236199d9cb247" providerId="LiveId" clId="{3CBD77D6-72C8-44D6-A27B-976CC077C692}" dt="2026-08-21T01:09:45.875" v="54" actId="962"/>
          <ac:picMkLst>
            <pc:docMk/>
            <pc:sldMk cId="3091835037" sldId="256"/>
            <ac:picMk id="63" creationId="{05D6E19B-A6F7-9F83-2272-46AAFFA07DB5}"/>
          </ac:picMkLst>
        </pc:picChg>
        <pc:picChg chg="mod">
          <ac:chgData name="Yahir Adrian Ortiz Estrella" userId="f05236199d9cb247" providerId="LiveId" clId="{3CBD77D6-72C8-44D6-A27B-976CC077C692}" dt="2026-08-21T01:09:55.254" v="55" actId="962"/>
          <ac:picMkLst>
            <pc:docMk/>
            <pc:sldMk cId="3091835037" sldId="256"/>
            <ac:picMk id="64" creationId="{5D8E5F84-1BFB-3A2E-636B-E208FBC27915}"/>
          </ac:picMkLst>
        </pc:picChg>
        <pc:picChg chg="mod">
          <ac:chgData name="Yahir Adrian Ortiz Estrella" userId="f05236199d9cb247" providerId="LiveId" clId="{3CBD77D6-72C8-44D6-A27B-976CC077C692}" dt="2026-08-21T01:10:04.466" v="56" actId="962"/>
          <ac:picMkLst>
            <pc:docMk/>
            <pc:sldMk cId="3091835037" sldId="256"/>
            <ac:picMk id="65" creationId="{D4EF2D7F-19DC-22DA-B3C3-E3F5872ACC78}"/>
          </ac:picMkLst>
        </pc:picChg>
        <pc:picChg chg="mod">
          <ac:chgData name="Yahir Adrian Ortiz Estrella" userId="f05236199d9cb247" providerId="LiveId" clId="{3CBD77D6-72C8-44D6-A27B-976CC077C692}" dt="2026-08-21T01:10:17.107" v="57" actId="962"/>
          <ac:picMkLst>
            <pc:docMk/>
            <pc:sldMk cId="3091835037" sldId="256"/>
            <ac:picMk id="218" creationId="{B2525F8D-8EE8-7EF6-DC61-08708DB46062}"/>
          </ac:picMkLst>
        </pc:picChg>
        <pc:picChg chg="mod">
          <ac:chgData name="Yahir Adrian Ortiz Estrella" userId="f05236199d9cb247" providerId="LiveId" clId="{3CBD77D6-72C8-44D6-A27B-976CC077C692}" dt="2026-08-21T01:10:25.062" v="58" actId="962"/>
          <ac:picMkLst>
            <pc:docMk/>
            <pc:sldMk cId="3091835037" sldId="256"/>
            <ac:picMk id="219" creationId="{008FFB2B-1EA0-6DAE-CAD6-D9BEEBAFCAAB}"/>
          </ac:picMkLst>
        </pc:picChg>
        <pc:picChg chg="mod">
          <ac:chgData name="Yahir Adrian Ortiz Estrella" userId="f05236199d9cb247" providerId="LiveId" clId="{3CBD77D6-72C8-44D6-A27B-976CC077C692}" dt="2026-08-21T01:10:35.494" v="59" actId="962"/>
          <ac:picMkLst>
            <pc:docMk/>
            <pc:sldMk cId="3091835037" sldId="256"/>
            <ac:picMk id="220" creationId="{09EAC018-7236-7E27-648E-F2EEE09527A4}"/>
          </ac:picMkLst>
        </pc:picChg>
        <pc:picChg chg="mod">
          <ac:chgData name="Yahir Adrian Ortiz Estrella" userId="f05236199d9cb247" providerId="LiveId" clId="{3CBD77D6-72C8-44D6-A27B-976CC077C692}" dt="2026-08-21T01:10:48.578" v="60" actId="962"/>
          <ac:picMkLst>
            <pc:docMk/>
            <pc:sldMk cId="3091835037" sldId="256"/>
            <ac:picMk id="221" creationId="{6030D41B-DB6E-FACB-08BE-379659753824}"/>
          </ac:picMkLst>
        </pc:picChg>
        <pc:picChg chg="mod">
          <ac:chgData name="Yahir Adrian Ortiz Estrella" userId="f05236199d9cb247" providerId="LiveId" clId="{3CBD77D6-72C8-44D6-A27B-976CC077C692}" dt="2026-08-21T01:11:08.911" v="61" actId="962"/>
          <ac:picMkLst>
            <pc:docMk/>
            <pc:sldMk cId="3091835037" sldId="256"/>
            <ac:picMk id="230" creationId="{389AC85A-8E3C-7479-3DAC-92F2AC2F85F5}"/>
          </ac:picMkLst>
        </pc:picChg>
        <pc:picChg chg="mod">
          <ac:chgData name="Yahir Adrian Ortiz Estrella" userId="f05236199d9cb247" providerId="LiveId" clId="{3CBD77D6-72C8-44D6-A27B-976CC077C692}" dt="2026-08-21T01:11:18.874" v="62" actId="962"/>
          <ac:picMkLst>
            <pc:docMk/>
            <pc:sldMk cId="3091835037" sldId="256"/>
            <ac:picMk id="231" creationId="{B8B814B2-77F2-B371-5F99-3FC64FEE8EEB}"/>
          </ac:picMkLst>
        </pc:picChg>
        <pc:picChg chg="mod">
          <ac:chgData name="Yahir Adrian Ortiz Estrella" userId="f05236199d9cb247" providerId="LiveId" clId="{3CBD77D6-72C8-44D6-A27B-976CC077C692}" dt="2026-08-21T01:11:28.790" v="63" actId="962"/>
          <ac:picMkLst>
            <pc:docMk/>
            <pc:sldMk cId="3091835037" sldId="256"/>
            <ac:picMk id="232" creationId="{4FD19755-2E96-808A-0F6F-15F51AC097A2}"/>
          </ac:picMkLst>
        </pc:picChg>
        <pc:picChg chg="mod">
          <ac:chgData name="Yahir Adrian Ortiz Estrella" userId="f05236199d9cb247" providerId="LiveId" clId="{3CBD77D6-72C8-44D6-A27B-976CC077C692}" dt="2026-08-21T01:11:39.607" v="64" actId="962"/>
          <ac:picMkLst>
            <pc:docMk/>
            <pc:sldMk cId="3091835037" sldId="256"/>
            <ac:picMk id="233" creationId="{AF25D470-1B6C-B803-8712-8544B751BE7C}"/>
          </ac:picMkLst>
        </pc:picChg>
        <pc:picChg chg="mod">
          <ac:chgData name="Yahir Adrian Ortiz Estrella" userId="f05236199d9cb247" providerId="LiveId" clId="{3CBD77D6-72C8-44D6-A27B-976CC077C692}" dt="2026-08-21T01:12:00.695" v="65" actId="962"/>
          <ac:picMkLst>
            <pc:docMk/>
            <pc:sldMk cId="3091835037" sldId="256"/>
            <ac:picMk id="254" creationId="{BCB983C2-4AEA-5226-4F91-24B15BC7ACFE}"/>
          </ac:picMkLst>
        </pc:picChg>
        <pc:picChg chg="mod">
          <ac:chgData name="Yahir Adrian Ortiz Estrella" userId="f05236199d9cb247" providerId="LiveId" clId="{3CBD77D6-72C8-44D6-A27B-976CC077C692}" dt="2026-08-21T01:12:09.398" v="66" actId="962"/>
          <ac:picMkLst>
            <pc:docMk/>
            <pc:sldMk cId="3091835037" sldId="256"/>
            <ac:picMk id="255" creationId="{03AEC558-3226-E31A-8095-6234F92D028B}"/>
          </ac:picMkLst>
        </pc:picChg>
        <pc:picChg chg="mod">
          <ac:chgData name="Yahir Adrian Ortiz Estrella" userId="f05236199d9cb247" providerId="LiveId" clId="{3CBD77D6-72C8-44D6-A27B-976CC077C692}" dt="2026-08-21T01:12:15.981" v="67" actId="962"/>
          <ac:picMkLst>
            <pc:docMk/>
            <pc:sldMk cId="3091835037" sldId="256"/>
            <ac:picMk id="256" creationId="{0124CDBB-79A7-ECFB-E729-22E483A33C95}"/>
          </ac:picMkLst>
        </pc:picChg>
        <pc:picChg chg="mod">
          <ac:chgData name="Yahir Adrian Ortiz Estrella" userId="f05236199d9cb247" providerId="LiveId" clId="{3CBD77D6-72C8-44D6-A27B-976CC077C692}" dt="2026-08-21T01:12:24.337" v="68" actId="962"/>
          <ac:picMkLst>
            <pc:docMk/>
            <pc:sldMk cId="3091835037" sldId="256"/>
            <ac:picMk id="257" creationId="{3CFF04BA-7372-A245-280B-57883B52F3AD}"/>
          </ac:picMkLst>
        </pc:picChg>
        <pc:picChg chg="mod">
          <ac:chgData name="Yahir Adrian Ortiz Estrella" userId="f05236199d9cb247" providerId="LiveId" clId="{3CBD77D6-72C8-44D6-A27B-976CC077C692}" dt="2026-08-21T01:12:53.938" v="70" actId="962"/>
          <ac:picMkLst>
            <pc:docMk/>
            <pc:sldMk cId="3091835037" sldId="256"/>
            <ac:picMk id="266" creationId="{464C969C-44D1-CE05-9233-BB0EFFE8FD8E}"/>
          </ac:picMkLst>
        </pc:picChg>
        <pc:picChg chg="mod">
          <ac:chgData name="Yahir Adrian Ortiz Estrella" userId="f05236199d9cb247" providerId="LiveId" clId="{3CBD77D6-72C8-44D6-A27B-976CC077C692}" dt="2026-08-21T01:13:01.634" v="71" actId="962"/>
          <ac:picMkLst>
            <pc:docMk/>
            <pc:sldMk cId="3091835037" sldId="256"/>
            <ac:picMk id="267" creationId="{B9681CF5-7543-6F6B-EEAF-9854686E3EC3}"/>
          </ac:picMkLst>
        </pc:picChg>
        <pc:picChg chg="mod">
          <ac:chgData name="Yahir Adrian Ortiz Estrella" userId="f05236199d9cb247" providerId="LiveId" clId="{3CBD77D6-72C8-44D6-A27B-976CC077C692}" dt="2026-08-21T01:13:11.198" v="72" actId="962"/>
          <ac:picMkLst>
            <pc:docMk/>
            <pc:sldMk cId="3091835037" sldId="256"/>
            <ac:picMk id="268" creationId="{48A7E730-A7C6-338C-D329-33C8925F2994}"/>
          </ac:picMkLst>
        </pc:picChg>
        <pc:picChg chg="mod">
          <ac:chgData name="Yahir Adrian Ortiz Estrella" userId="f05236199d9cb247" providerId="LiveId" clId="{3CBD77D6-72C8-44D6-A27B-976CC077C692}" dt="2026-08-21T01:13:20.962" v="73" actId="962"/>
          <ac:picMkLst>
            <pc:docMk/>
            <pc:sldMk cId="3091835037" sldId="256"/>
            <ac:picMk id="269" creationId="{417AD8CB-D7F5-8CC4-7B5D-33C92945C401}"/>
          </ac:picMkLst>
        </pc:picChg>
        <pc:picChg chg="mod">
          <ac:chgData name="Yahir Adrian Ortiz Estrella" userId="f05236199d9cb247" providerId="LiveId" clId="{3CBD77D6-72C8-44D6-A27B-976CC077C692}" dt="2026-08-21T01:13:32.865" v="74" actId="962"/>
          <ac:picMkLst>
            <pc:docMk/>
            <pc:sldMk cId="3091835037" sldId="256"/>
            <ac:picMk id="278" creationId="{DB7C8437-E58D-62DC-1220-5685B18434F5}"/>
          </ac:picMkLst>
        </pc:picChg>
        <pc:picChg chg="mod">
          <ac:chgData name="Yahir Adrian Ortiz Estrella" userId="f05236199d9cb247" providerId="LiveId" clId="{3CBD77D6-72C8-44D6-A27B-976CC077C692}" dt="2026-08-21T01:13:42.661" v="75" actId="962"/>
          <ac:picMkLst>
            <pc:docMk/>
            <pc:sldMk cId="3091835037" sldId="256"/>
            <ac:picMk id="279" creationId="{DB68B9CE-D617-1141-CB0F-4B8804553112}"/>
          </ac:picMkLst>
        </pc:picChg>
        <pc:picChg chg="mod">
          <ac:chgData name="Yahir Adrian Ortiz Estrella" userId="f05236199d9cb247" providerId="LiveId" clId="{3CBD77D6-72C8-44D6-A27B-976CC077C692}" dt="2026-08-21T01:13:51.325" v="76" actId="962"/>
          <ac:picMkLst>
            <pc:docMk/>
            <pc:sldMk cId="3091835037" sldId="256"/>
            <ac:picMk id="280" creationId="{A6FD0EDA-CE82-018C-2074-14E13E45D997}"/>
          </ac:picMkLst>
        </pc:picChg>
        <pc:picChg chg="mod">
          <ac:chgData name="Yahir Adrian Ortiz Estrella" userId="f05236199d9cb247" providerId="LiveId" clId="{3CBD77D6-72C8-44D6-A27B-976CC077C692}" dt="2026-08-21T01:14:01.754" v="77" actId="962"/>
          <ac:picMkLst>
            <pc:docMk/>
            <pc:sldMk cId="3091835037" sldId="256"/>
            <ac:picMk id="281" creationId="{E72E5B1A-632B-D649-C3D7-DFDBE2BD810E}"/>
          </ac:picMkLst>
        </pc:picChg>
        <pc:picChg chg="mod">
          <ac:chgData name="Yahir Adrian Ortiz Estrella" userId="f05236199d9cb247" providerId="LiveId" clId="{3CBD77D6-72C8-44D6-A27B-976CC077C692}" dt="2026-08-21T01:14:44.686" v="78" actId="962"/>
          <ac:picMkLst>
            <pc:docMk/>
            <pc:sldMk cId="3091835037" sldId="256"/>
            <ac:picMk id="290" creationId="{BEB7A81E-87A9-C2C8-7582-939C3A38EE45}"/>
          </ac:picMkLst>
        </pc:picChg>
        <pc:picChg chg="mod">
          <ac:chgData name="Yahir Adrian Ortiz Estrella" userId="f05236199d9cb247" providerId="LiveId" clId="{3CBD77D6-72C8-44D6-A27B-976CC077C692}" dt="2026-08-21T01:14:51.486" v="79" actId="962"/>
          <ac:picMkLst>
            <pc:docMk/>
            <pc:sldMk cId="3091835037" sldId="256"/>
            <ac:picMk id="291" creationId="{C2532499-9163-A0C8-2BC9-21C3EE207329}"/>
          </ac:picMkLst>
        </pc:picChg>
        <pc:picChg chg="mod">
          <ac:chgData name="Yahir Adrian Ortiz Estrella" userId="f05236199d9cb247" providerId="LiveId" clId="{3CBD77D6-72C8-44D6-A27B-976CC077C692}" dt="2026-08-21T01:14:58.705" v="80" actId="962"/>
          <ac:picMkLst>
            <pc:docMk/>
            <pc:sldMk cId="3091835037" sldId="256"/>
            <ac:picMk id="292" creationId="{03FCA767-7987-4E2E-F463-19B9D7DDF0D1}"/>
          </ac:picMkLst>
        </pc:picChg>
        <pc:picChg chg="mod">
          <ac:chgData name="Yahir Adrian Ortiz Estrella" userId="f05236199d9cb247" providerId="LiveId" clId="{3CBD77D6-72C8-44D6-A27B-976CC077C692}" dt="2026-08-21T01:15:06.737" v="81" actId="962"/>
          <ac:picMkLst>
            <pc:docMk/>
            <pc:sldMk cId="3091835037" sldId="256"/>
            <ac:picMk id="293" creationId="{D63719E4-FCD8-BE19-239A-47A858447A8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6D37EC-11FB-48D2-949C-64D2BEBF1517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7C4339-32C6-4E36-9C2D-6EEC715EEF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7439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7C4339-32C6-4E36-9C2D-6EEC715EEF8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959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1D1ED-58D1-4761-9C35-C98D6A62E54D}" type="datetimeFigureOut">
              <a:rPr lang="es-MX" smtClean="0"/>
              <a:t>20/08/2026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2DAED-DD37-4BC4-8CDE-29781368FEDD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63773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1D1ED-58D1-4761-9C35-C98D6A62E54D}" type="datetimeFigureOut">
              <a:rPr lang="es-MX" smtClean="0"/>
              <a:t>20/08/2026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2DAED-DD37-4BC4-8CDE-29781368FEDD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76198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1D1ED-58D1-4761-9C35-C98D6A62E54D}" type="datetimeFigureOut">
              <a:rPr lang="es-MX" smtClean="0"/>
              <a:t>20/08/2026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2DAED-DD37-4BC4-8CDE-29781368FEDD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722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1D1ED-58D1-4761-9C35-C98D6A62E54D}" type="datetimeFigureOut">
              <a:rPr lang="es-MX" smtClean="0"/>
              <a:t>20/08/2026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2DAED-DD37-4BC4-8CDE-29781368FEDD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82980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1D1ED-58D1-4761-9C35-C98D6A62E54D}" type="datetimeFigureOut">
              <a:rPr lang="es-MX" smtClean="0"/>
              <a:t>20/08/2026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2DAED-DD37-4BC4-8CDE-29781368FEDD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79162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1D1ED-58D1-4761-9C35-C98D6A62E54D}" type="datetimeFigureOut">
              <a:rPr lang="es-MX" smtClean="0"/>
              <a:t>20/08/2026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2DAED-DD37-4BC4-8CDE-29781368FEDD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3763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1D1ED-58D1-4761-9C35-C98D6A62E54D}" type="datetimeFigureOut">
              <a:rPr lang="es-MX" smtClean="0"/>
              <a:t>20/08/2026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2DAED-DD37-4BC4-8CDE-29781368FEDD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413816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1D1ED-58D1-4761-9C35-C98D6A62E54D}" type="datetimeFigureOut">
              <a:rPr lang="es-MX" smtClean="0"/>
              <a:t>20/08/2026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2DAED-DD37-4BC4-8CDE-29781368FEDD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46615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1D1ED-58D1-4761-9C35-C98D6A62E54D}" type="datetimeFigureOut">
              <a:rPr lang="es-MX" smtClean="0"/>
              <a:t>20/08/2026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2DAED-DD37-4BC4-8CDE-29781368FEDD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18634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1D1ED-58D1-4761-9C35-C98D6A62E54D}" type="datetimeFigureOut">
              <a:rPr lang="es-MX" smtClean="0"/>
              <a:t>20/08/2026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2DAED-DD37-4BC4-8CDE-29781368FEDD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57341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1D1ED-58D1-4761-9C35-C98D6A62E54D}" type="datetimeFigureOut">
              <a:rPr lang="es-MX" smtClean="0"/>
              <a:t>20/08/2026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2DAED-DD37-4BC4-8CDE-29781368FEDD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95574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D1D1ED-58D1-4761-9C35-C98D6A62E54D}" type="datetimeFigureOut">
              <a:rPr lang="es-MX" smtClean="0"/>
              <a:t>20/08/2026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42DAED-DD37-4BC4-8CDE-29781368FEDD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58622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A274764-DFCA-3BED-7EED-966F3822D3CC}"/>
              </a:ext>
            </a:extLst>
          </p:cNvPr>
          <p:cNvSpPr txBox="1"/>
          <p:nvPr/>
        </p:nvSpPr>
        <p:spPr>
          <a:xfrm>
            <a:off x="1263650" y="381503"/>
            <a:ext cx="433070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200" noProof="0" dirty="0">
                <a:gradFill flip="none" rotWithShape="1">
                  <a:gsLst>
                    <a:gs pos="74158">
                      <a:srgbClr val="FE9738"/>
                    </a:gs>
                    <a:gs pos="27000">
                      <a:srgbClr val="FE9738"/>
                    </a:gs>
                    <a:gs pos="0">
                      <a:srgbClr val="985A22"/>
                    </a:gs>
                    <a:gs pos="100000">
                      <a:srgbClr val="A46224"/>
                    </a:gs>
                  </a:gsLst>
                  <a:lin ang="0" scaled="1"/>
                  <a:tileRect/>
                </a:gradFill>
                <a:latin typeface="Lemon" pitchFamily="2" charset="0"/>
                <a:ea typeface="Lemon" pitchFamily="2" charset="0"/>
              </a:rPr>
              <a:t>Guess</a:t>
            </a:r>
            <a:r>
              <a:rPr lang="en-US" sz="5200" noProof="0" dirty="0">
                <a:gradFill flip="none" rotWithShape="1">
                  <a:gsLst>
                    <a:gs pos="56000">
                      <a:srgbClr val="FE9738"/>
                    </a:gs>
                    <a:gs pos="0">
                      <a:srgbClr val="985A22"/>
                    </a:gs>
                    <a:gs pos="100000">
                      <a:srgbClr val="A46224"/>
                    </a:gs>
                  </a:gsLst>
                  <a:lin ang="0" scaled="1"/>
                  <a:tileRect/>
                </a:gradFill>
                <a:latin typeface="Lemon" pitchFamily="2" charset="0"/>
                <a:ea typeface="Lemon" pitchFamily="2" charset="0"/>
              </a:rPr>
              <a:t> </a:t>
            </a:r>
            <a:r>
              <a:rPr lang="en-US" sz="5200" noProof="0" dirty="0">
                <a:gradFill flip="none" rotWithShape="1">
                  <a:gsLst>
                    <a:gs pos="76225">
                      <a:srgbClr val="FE9738"/>
                    </a:gs>
                    <a:gs pos="25000">
                      <a:srgbClr val="FE9738"/>
                    </a:gs>
                    <a:gs pos="0">
                      <a:srgbClr val="985A22"/>
                    </a:gs>
                    <a:gs pos="100000">
                      <a:srgbClr val="A46224"/>
                    </a:gs>
                  </a:gsLst>
                  <a:lin ang="0" scaled="1"/>
                  <a:tileRect/>
                </a:gradFill>
                <a:latin typeface="Lemon" pitchFamily="2" charset="0"/>
                <a:ea typeface="Lemon" pitchFamily="2" charset="0"/>
              </a:rPr>
              <a:t>Who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B7C3FA4-8F96-656C-3871-3EA38995B50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2011214" y="3983441"/>
            <a:ext cx="642128" cy="64212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FC1C96F-AFFE-450E-3076-7C52FE9DAA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4290" y="460227"/>
            <a:ext cx="642128" cy="64212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426EDA3-4361-57AE-2032-EC46EA190BAC}"/>
              </a:ext>
            </a:extLst>
          </p:cNvPr>
          <p:cNvSpPr txBox="1"/>
          <p:nvPr/>
        </p:nvSpPr>
        <p:spPr>
          <a:xfrm>
            <a:off x="359394" y="1325087"/>
            <a:ext cx="27068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noProof="0" dirty="0">
                <a:latin typeface="Lato" panose="020F0502020204030204" pitchFamily="34" charset="0"/>
              </a:rPr>
              <a:t>Guess the character with the clues you have</a:t>
            </a:r>
          </a:p>
        </p:txBody>
      </p:sp>
      <p:grpSp>
        <p:nvGrpSpPr>
          <p:cNvPr id="21" name="repeat:clues">
            <a:extLst>
              <a:ext uri="{FF2B5EF4-FFF2-40B4-BE49-F238E27FC236}">
                <a16:creationId xmlns:a16="http://schemas.microsoft.com/office/drawing/2014/main" id="{BA41554C-5750-FB6A-10A1-9DA1A0BDE8B3}"/>
              </a:ext>
            </a:extLst>
          </p:cNvPr>
          <p:cNvGrpSpPr/>
          <p:nvPr/>
        </p:nvGrpSpPr>
        <p:grpSpPr>
          <a:xfrm>
            <a:off x="533088" y="1686633"/>
            <a:ext cx="920800" cy="246221"/>
            <a:chOff x="533088" y="1527036"/>
            <a:chExt cx="920800" cy="246221"/>
          </a:xfrm>
        </p:grpSpPr>
        <p:pic>
          <p:nvPicPr>
            <p:cNvPr id="19" name="lookup:icon1">
              <a:extLst>
                <a:ext uri="{FF2B5EF4-FFF2-40B4-BE49-F238E27FC236}">
                  <a16:creationId xmlns:a16="http://schemas.microsoft.com/office/drawing/2014/main" id="{58ACBC8B-6106-5591-70F0-D1F96696E6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3088" y="1527036"/>
              <a:ext cx="216000" cy="216000"/>
            </a:xfrm>
            <a:prstGeom prst="rect">
              <a:avLst/>
            </a:prstGeom>
          </p:spPr>
        </p:pic>
        <p:sp>
          <p:nvSpPr>
            <p:cNvPr id="20" name="bind:label">
              <a:extLst>
                <a:ext uri="{FF2B5EF4-FFF2-40B4-BE49-F238E27FC236}">
                  <a16:creationId xmlns:a16="http://schemas.microsoft.com/office/drawing/2014/main" id="{5590EDBF-DB6D-7247-8ECD-626B0EF864F2}"/>
                </a:ext>
              </a:extLst>
            </p:cNvPr>
            <p:cNvSpPr txBox="1"/>
            <p:nvPr/>
          </p:nvSpPr>
          <p:spPr>
            <a:xfrm>
              <a:off x="680458" y="1527036"/>
              <a:ext cx="77343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noProof="0" dirty="0">
                  <a:latin typeface="Lato" panose="020F0502020204030203" pitchFamily="34" charset="0"/>
                </a:rPr>
                <a:t>Will do…</a:t>
              </a:r>
            </a:p>
          </p:txBody>
        </p:sp>
      </p:grpSp>
      <p:grpSp>
        <p:nvGrpSpPr>
          <p:cNvPr id="22" name="repeat:clues">
            <a:extLst>
              <a:ext uri="{FF2B5EF4-FFF2-40B4-BE49-F238E27FC236}">
                <a16:creationId xmlns:a16="http://schemas.microsoft.com/office/drawing/2014/main" id="{DF878DFF-8A57-56F4-8FF4-CB2C8677995F}"/>
              </a:ext>
            </a:extLst>
          </p:cNvPr>
          <p:cNvGrpSpPr/>
          <p:nvPr/>
        </p:nvGrpSpPr>
        <p:grpSpPr>
          <a:xfrm>
            <a:off x="1439824" y="1686632"/>
            <a:ext cx="1033614" cy="246221"/>
            <a:chOff x="453034" y="1527035"/>
            <a:chExt cx="1033614" cy="246221"/>
          </a:xfrm>
        </p:grpSpPr>
        <p:pic>
          <p:nvPicPr>
            <p:cNvPr id="23" name="lookup:icon2">
              <a:extLst>
                <a:ext uri="{FF2B5EF4-FFF2-40B4-BE49-F238E27FC236}">
                  <a16:creationId xmlns:a16="http://schemas.microsoft.com/office/drawing/2014/main" id="{CE22F6B8-48A1-C6DF-A49E-1242A55DA25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53034" y="1527036"/>
              <a:ext cx="216000" cy="216000"/>
            </a:xfrm>
            <a:prstGeom prst="rect">
              <a:avLst/>
            </a:prstGeom>
          </p:spPr>
        </p:pic>
        <p:sp>
          <p:nvSpPr>
            <p:cNvPr id="24" name="bind:label">
              <a:extLst>
                <a:ext uri="{FF2B5EF4-FFF2-40B4-BE49-F238E27FC236}">
                  <a16:creationId xmlns:a16="http://schemas.microsoft.com/office/drawing/2014/main" id="{EA7AEB30-8D22-B347-55F0-9F76A4676B87}"/>
                </a:ext>
              </a:extLst>
            </p:cNvPr>
            <p:cNvSpPr txBox="1"/>
            <p:nvPr/>
          </p:nvSpPr>
          <p:spPr>
            <a:xfrm>
              <a:off x="643356" y="1527035"/>
              <a:ext cx="84329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noProof="0" dirty="0">
                  <a:latin typeface="Lato" panose="020F0502020204030203" pitchFamily="34" charset="0"/>
                </a:rPr>
                <a:t>Will meet…</a:t>
              </a:r>
            </a:p>
          </p:txBody>
        </p:sp>
      </p:grpSp>
      <p:grpSp>
        <p:nvGrpSpPr>
          <p:cNvPr id="26" name="repeat:clues">
            <a:extLst>
              <a:ext uri="{FF2B5EF4-FFF2-40B4-BE49-F238E27FC236}">
                <a16:creationId xmlns:a16="http://schemas.microsoft.com/office/drawing/2014/main" id="{DF01A42F-B1F9-DDD1-8412-BD53C8100614}"/>
              </a:ext>
            </a:extLst>
          </p:cNvPr>
          <p:cNvGrpSpPr/>
          <p:nvPr/>
        </p:nvGrpSpPr>
        <p:grpSpPr>
          <a:xfrm>
            <a:off x="2586640" y="1686633"/>
            <a:ext cx="1139540" cy="246221"/>
            <a:chOff x="441610" y="1527036"/>
            <a:chExt cx="1139540" cy="246221"/>
          </a:xfrm>
        </p:grpSpPr>
        <p:pic>
          <p:nvPicPr>
            <p:cNvPr id="27" name="lookup:icon3">
              <a:extLst>
                <a:ext uri="{FF2B5EF4-FFF2-40B4-BE49-F238E27FC236}">
                  <a16:creationId xmlns:a16="http://schemas.microsoft.com/office/drawing/2014/main" id="{DCCF5BC0-1C84-E48D-5095-D22ADEE9AC6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41610" y="1527036"/>
              <a:ext cx="216000" cy="216000"/>
            </a:xfrm>
            <a:prstGeom prst="rect">
              <a:avLst/>
            </a:prstGeom>
          </p:spPr>
        </p:pic>
        <p:sp>
          <p:nvSpPr>
            <p:cNvPr id="28" name="bind:label">
              <a:extLst>
                <a:ext uri="{FF2B5EF4-FFF2-40B4-BE49-F238E27FC236}">
                  <a16:creationId xmlns:a16="http://schemas.microsoft.com/office/drawing/2014/main" id="{1C88167C-98CF-9F74-A9BD-5C4F9706E5CF}"/>
                </a:ext>
              </a:extLst>
            </p:cNvPr>
            <p:cNvSpPr txBox="1"/>
            <p:nvPr/>
          </p:nvSpPr>
          <p:spPr>
            <a:xfrm>
              <a:off x="697262" y="1527036"/>
              <a:ext cx="88388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noProof="0" dirty="0">
                  <a:latin typeface="Lato" panose="020F0502020204030203" pitchFamily="34" charset="0"/>
                </a:rPr>
                <a:t>Will study…</a:t>
              </a:r>
            </a:p>
          </p:txBody>
        </p:sp>
      </p:grpSp>
      <p:grpSp>
        <p:nvGrpSpPr>
          <p:cNvPr id="29" name="repeat:clues">
            <a:extLst>
              <a:ext uri="{FF2B5EF4-FFF2-40B4-BE49-F238E27FC236}">
                <a16:creationId xmlns:a16="http://schemas.microsoft.com/office/drawing/2014/main" id="{F8B0B082-3B76-8BB6-1EC5-58BCDE378ACA}"/>
              </a:ext>
            </a:extLst>
          </p:cNvPr>
          <p:cNvGrpSpPr/>
          <p:nvPr/>
        </p:nvGrpSpPr>
        <p:grpSpPr>
          <a:xfrm>
            <a:off x="3767728" y="1686632"/>
            <a:ext cx="1238612" cy="246222"/>
            <a:chOff x="464458" y="1527035"/>
            <a:chExt cx="1276712" cy="246222"/>
          </a:xfrm>
        </p:grpSpPr>
        <p:pic>
          <p:nvPicPr>
            <p:cNvPr id="30" name="lookup:icon4">
              <a:extLst>
                <a:ext uri="{FF2B5EF4-FFF2-40B4-BE49-F238E27FC236}">
                  <a16:creationId xmlns:a16="http://schemas.microsoft.com/office/drawing/2014/main" id="{C90E3E91-F214-7C9A-722A-7DDD089D290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64458" y="1527035"/>
              <a:ext cx="216000" cy="216000"/>
            </a:xfrm>
            <a:prstGeom prst="rect">
              <a:avLst/>
            </a:prstGeom>
          </p:spPr>
        </p:pic>
        <p:sp>
          <p:nvSpPr>
            <p:cNvPr id="31" name="bind:label">
              <a:extLst>
                <a:ext uri="{FF2B5EF4-FFF2-40B4-BE49-F238E27FC236}">
                  <a16:creationId xmlns:a16="http://schemas.microsoft.com/office/drawing/2014/main" id="{1404281B-96AE-BBCD-307F-1C7A1E461AE2}"/>
                </a:ext>
              </a:extLst>
            </p:cNvPr>
            <p:cNvSpPr txBox="1"/>
            <p:nvPr/>
          </p:nvSpPr>
          <p:spPr>
            <a:xfrm>
              <a:off x="680458" y="1527036"/>
              <a:ext cx="106071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noProof="0" dirty="0">
                  <a:latin typeface="Lato" panose="020F0502020204030203" pitchFamily="34" charset="0"/>
                </a:rPr>
                <a:t>Will travel to…</a:t>
              </a:r>
            </a:p>
          </p:txBody>
        </p:sp>
      </p:grp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485BB4DC-2DEE-3215-EB16-993A93AC7097}"/>
              </a:ext>
            </a:extLst>
          </p:cNvPr>
          <p:cNvSpPr/>
          <p:nvPr/>
        </p:nvSpPr>
        <p:spPr>
          <a:xfrm>
            <a:off x="5034600" y="1237488"/>
            <a:ext cx="1611818" cy="861822"/>
          </a:xfrm>
          <a:prstGeom prst="roundRect">
            <a:avLst/>
          </a:prstGeom>
          <a:solidFill>
            <a:srgbClr val="FC9638">
              <a:alpha val="47843"/>
            </a:srgbClr>
          </a:solidFill>
          <a:ln>
            <a:solidFill>
              <a:srgbClr val="985A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1A3449A-92B4-3769-4641-F0E9C2BFB192}"/>
              </a:ext>
            </a:extLst>
          </p:cNvPr>
          <p:cNvSpPr txBox="1"/>
          <p:nvPr/>
        </p:nvSpPr>
        <p:spPr>
          <a:xfrm>
            <a:off x="5006340" y="1248143"/>
            <a:ext cx="16756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noProof="0" dirty="0">
                <a:latin typeface="Lato" panose="020F0502020204030203" pitchFamily="34" charset="0"/>
              </a:rPr>
              <a:t>Make questions to get information</a:t>
            </a:r>
          </a:p>
        </p:txBody>
      </p:sp>
      <p:sp>
        <p:nvSpPr>
          <p:cNvPr id="34" name="bind:example_question">
            <a:extLst>
              <a:ext uri="{FF2B5EF4-FFF2-40B4-BE49-F238E27FC236}">
                <a16:creationId xmlns:a16="http://schemas.microsoft.com/office/drawing/2014/main" id="{F44DD555-EBD6-12C3-9896-5CD485D1FA5F}"/>
              </a:ext>
            </a:extLst>
          </p:cNvPr>
          <p:cNvSpPr txBox="1"/>
          <p:nvPr/>
        </p:nvSpPr>
        <p:spPr>
          <a:xfrm>
            <a:off x="5020470" y="1427007"/>
            <a:ext cx="16756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noProof="0" dirty="0">
                <a:solidFill>
                  <a:srgbClr val="C00000"/>
                </a:solidFill>
                <a:latin typeface="Lato" panose="020F0502020204030203" pitchFamily="34" charset="0"/>
              </a:rPr>
              <a:t>Will he (buy a pencil tomorrow)?</a:t>
            </a:r>
          </a:p>
        </p:txBody>
      </p:sp>
      <p:sp>
        <p:nvSpPr>
          <p:cNvPr id="35" name="bind:positive_answer">
            <a:extLst>
              <a:ext uri="{FF2B5EF4-FFF2-40B4-BE49-F238E27FC236}">
                <a16:creationId xmlns:a16="http://schemas.microsoft.com/office/drawing/2014/main" id="{9F4E82A4-CDAF-477A-4246-F72AA8D4A842}"/>
              </a:ext>
            </a:extLst>
          </p:cNvPr>
          <p:cNvSpPr txBox="1"/>
          <p:nvPr/>
        </p:nvSpPr>
        <p:spPr>
          <a:xfrm>
            <a:off x="5054786" y="1763158"/>
            <a:ext cx="80348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noProof="0" dirty="0">
                <a:latin typeface="Lato" panose="020F0502020204030203" pitchFamily="34" charset="0"/>
              </a:rPr>
              <a:t>+ Yes he will.</a:t>
            </a:r>
          </a:p>
        </p:txBody>
      </p:sp>
      <p:sp>
        <p:nvSpPr>
          <p:cNvPr id="36" name="bind:negative_answer">
            <a:extLst>
              <a:ext uri="{FF2B5EF4-FFF2-40B4-BE49-F238E27FC236}">
                <a16:creationId xmlns:a16="http://schemas.microsoft.com/office/drawing/2014/main" id="{39906ABB-46A4-5A98-F280-B99D740EF2D2}"/>
              </a:ext>
            </a:extLst>
          </p:cNvPr>
          <p:cNvSpPr txBox="1"/>
          <p:nvPr/>
        </p:nvSpPr>
        <p:spPr>
          <a:xfrm>
            <a:off x="5800990" y="1763158"/>
            <a:ext cx="80348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noProof="0" dirty="0">
                <a:latin typeface="Lato" panose="020F0502020204030203" pitchFamily="34" charset="0"/>
              </a:rPr>
              <a:t>+ No he won’t.</a:t>
            </a:r>
          </a:p>
        </p:txBody>
      </p:sp>
      <p:grpSp>
        <p:nvGrpSpPr>
          <p:cNvPr id="45" name="repeat:characters">
            <a:extLst>
              <a:ext uri="{FF2B5EF4-FFF2-40B4-BE49-F238E27FC236}">
                <a16:creationId xmlns:a16="http://schemas.microsoft.com/office/drawing/2014/main" id="{DB273119-C161-9716-3DB8-503DCE6474E2}"/>
              </a:ext>
            </a:extLst>
          </p:cNvPr>
          <p:cNvGrpSpPr/>
          <p:nvPr/>
        </p:nvGrpSpPr>
        <p:grpSpPr>
          <a:xfrm>
            <a:off x="161930" y="2315943"/>
            <a:ext cx="2054622" cy="1653650"/>
            <a:chOff x="161930" y="1944956"/>
            <a:chExt cx="2054622" cy="1653650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5F2EA083-5A27-05B2-507F-9B8588796D58}"/>
                </a:ext>
              </a:extLst>
            </p:cNvPr>
            <p:cNvSpPr/>
            <p:nvPr/>
          </p:nvSpPr>
          <p:spPr>
            <a:xfrm>
              <a:off x="161930" y="1944956"/>
              <a:ext cx="2054622" cy="165365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551A4B4-8912-6F7A-7B3C-5794367ED04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91465" y="2073961"/>
              <a:ext cx="630560" cy="69782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58C29F1-4CD9-1BE3-EC49-82BE72AF2ABD}"/>
                </a:ext>
              </a:extLst>
            </p:cNvPr>
            <p:cNvSpPr txBox="1"/>
            <p:nvPr/>
          </p:nvSpPr>
          <p:spPr>
            <a:xfrm>
              <a:off x="164245" y="2763786"/>
              <a:ext cx="9144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b="1" noProof="0" dirty="0">
                  <a:latin typeface="Lato" panose="020F0502020204030203" pitchFamily="34" charset="0"/>
                </a:rPr>
                <a:t>Mark</a:t>
              </a:r>
            </a:p>
          </p:txBody>
        </p:sp>
        <p:pic>
          <p:nvPicPr>
            <p:cNvPr id="15" name="lookup:icon1">
              <a:extLst>
                <a:ext uri="{FF2B5EF4-FFF2-40B4-BE49-F238E27FC236}">
                  <a16:creationId xmlns:a16="http://schemas.microsoft.com/office/drawing/2014/main" id="{1D316950-56FE-AFAE-F0DE-77282916486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01387" y="2057882"/>
              <a:ext cx="216000" cy="216000"/>
            </a:xfrm>
            <a:prstGeom prst="rect">
              <a:avLst/>
            </a:prstGeom>
          </p:spPr>
        </p:pic>
        <p:pic>
          <p:nvPicPr>
            <p:cNvPr id="25" name="lookup:icon2">
              <a:extLst>
                <a:ext uri="{FF2B5EF4-FFF2-40B4-BE49-F238E27FC236}">
                  <a16:creationId xmlns:a16="http://schemas.microsoft.com/office/drawing/2014/main" id="{1E3EDAD6-2DFB-8872-7EDD-6BD54EFF59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01387" y="2455432"/>
              <a:ext cx="216000" cy="216000"/>
            </a:xfrm>
            <a:prstGeom prst="rect">
              <a:avLst/>
            </a:prstGeom>
          </p:spPr>
        </p:pic>
        <p:pic>
          <p:nvPicPr>
            <p:cNvPr id="38" name="lookup:icon3">
              <a:extLst>
                <a:ext uri="{FF2B5EF4-FFF2-40B4-BE49-F238E27FC236}">
                  <a16:creationId xmlns:a16="http://schemas.microsoft.com/office/drawing/2014/main" id="{6387CA0E-ACCC-5C99-DC5B-ED750183DCE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01387" y="2852982"/>
              <a:ext cx="216000" cy="216000"/>
            </a:xfrm>
            <a:prstGeom prst="rect">
              <a:avLst/>
            </a:prstGeom>
          </p:spPr>
        </p:pic>
        <p:pic>
          <p:nvPicPr>
            <p:cNvPr id="40" name="lookup:icon4">
              <a:extLst>
                <a:ext uri="{FF2B5EF4-FFF2-40B4-BE49-F238E27FC236}">
                  <a16:creationId xmlns:a16="http://schemas.microsoft.com/office/drawing/2014/main" id="{C0EF144E-7FA3-3998-4154-A1D24FA4344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14114" y="3250532"/>
              <a:ext cx="209554" cy="216000"/>
            </a:xfrm>
            <a:prstGeom prst="rect">
              <a:avLst/>
            </a:prstGeom>
          </p:spPr>
        </p:pic>
        <p:sp>
          <p:nvSpPr>
            <p:cNvPr id="41" name="rbind:answers">
              <a:extLst>
                <a:ext uri="{FF2B5EF4-FFF2-40B4-BE49-F238E27FC236}">
                  <a16:creationId xmlns:a16="http://schemas.microsoft.com/office/drawing/2014/main" id="{31F7C684-C9AC-A80E-ED7B-84083456EAC1}"/>
                </a:ext>
              </a:extLst>
            </p:cNvPr>
            <p:cNvSpPr txBox="1"/>
            <p:nvPr/>
          </p:nvSpPr>
          <p:spPr>
            <a:xfrm>
              <a:off x="1154055" y="1996883"/>
              <a:ext cx="9909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noProof="0" dirty="0"/>
                <a:t>buy a pencil tomorrow</a:t>
              </a:r>
            </a:p>
          </p:txBody>
        </p:sp>
        <p:sp>
          <p:nvSpPr>
            <p:cNvPr id="42" name="rbind:answers">
              <a:extLst>
                <a:ext uri="{FF2B5EF4-FFF2-40B4-BE49-F238E27FC236}">
                  <a16:creationId xmlns:a16="http://schemas.microsoft.com/office/drawing/2014/main" id="{93F6D398-D6FE-63D2-D8B6-3DEE1610B702}"/>
                </a:ext>
              </a:extLst>
            </p:cNvPr>
            <p:cNvSpPr txBox="1"/>
            <p:nvPr/>
          </p:nvSpPr>
          <p:spPr>
            <a:xfrm>
              <a:off x="1152111" y="2386808"/>
              <a:ext cx="9909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noProof="0" dirty="0"/>
                <a:t>his friend next week</a:t>
              </a:r>
            </a:p>
          </p:txBody>
        </p:sp>
        <p:sp>
          <p:nvSpPr>
            <p:cNvPr id="43" name="rbind:answers">
              <a:extLst>
                <a:ext uri="{FF2B5EF4-FFF2-40B4-BE49-F238E27FC236}">
                  <a16:creationId xmlns:a16="http://schemas.microsoft.com/office/drawing/2014/main" id="{488414FC-70B4-E220-0080-109E88BEB63A}"/>
                </a:ext>
              </a:extLst>
            </p:cNvPr>
            <p:cNvSpPr txBox="1"/>
            <p:nvPr/>
          </p:nvSpPr>
          <p:spPr>
            <a:xfrm>
              <a:off x="1152111" y="2829301"/>
              <a:ext cx="99097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noProof="0" dirty="0"/>
                <a:t>English later</a:t>
              </a:r>
            </a:p>
          </p:txBody>
        </p:sp>
        <p:sp>
          <p:nvSpPr>
            <p:cNvPr id="44" name="rbind:answers">
              <a:extLst>
                <a:ext uri="{FF2B5EF4-FFF2-40B4-BE49-F238E27FC236}">
                  <a16:creationId xmlns:a16="http://schemas.microsoft.com/office/drawing/2014/main" id="{4ECB4E3F-C8B5-F685-69FF-7B9840480732}"/>
                </a:ext>
              </a:extLst>
            </p:cNvPr>
            <p:cNvSpPr txBox="1"/>
            <p:nvPr/>
          </p:nvSpPr>
          <p:spPr>
            <a:xfrm>
              <a:off x="1152111" y="3176482"/>
              <a:ext cx="9909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noProof="0" dirty="0"/>
                <a:t>France next summer</a:t>
              </a:r>
            </a:p>
          </p:txBody>
        </p:sp>
      </p:grpSp>
      <p:grpSp>
        <p:nvGrpSpPr>
          <p:cNvPr id="46" name="repeat:characters">
            <a:extLst>
              <a:ext uri="{FF2B5EF4-FFF2-40B4-BE49-F238E27FC236}">
                <a16:creationId xmlns:a16="http://schemas.microsoft.com/office/drawing/2014/main" id="{8426F11D-6A22-AD4E-F7FA-A7E6F6508F87}"/>
              </a:ext>
            </a:extLst>
          </p:cNvPr>
          <p:cNvGrpSpPr/>
          <p:nvPr/>
        </p:nvGrpSpPr>
        <p:grpSpPr>
          <a:xfrm>
            <a:off x="2377221" y="2315943"/>
            <a:ext cx="2054622" cy="1653650"/>
            <a:chOff x="161930" y="1944956"/>
            <a:chExt cx="2054622" cy="1653650"/>
          </a:xfrm>
        </p:grpSpPr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6E6D1CAE-F96A-A9F1-2090-EBBCF6F1CB79}"/>
                </a:ext>
              </a:extLst>
            </p:cNvPr>
            <p:cNvSpPr/>
            <p:nvPr/>
          </p:nvSpPr>
          <p:spPr>
            <a:xfrm>
              <a:off x="161930" y="1944956"/>
              <a:ext cx="2054622" cy="165365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3804325E-25F5-C0EA-41E5-CD438211B8C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91465" y="2073961"/>
              <a:ext cx="630560" cy="697819"/>
            </a:xfrm>
            <a:prstGeom prst="rect">
              <a:avLst/>
            </a:prstGeom>
          </p:spPr>
        </p:pic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4DFA254-238F-DDF0-438A-3E8479891CD5}"/>
                </a:ext>
              </a:extLst>
            </p:cNvPr>
            <p:cNvSpPr txBox="1"/>
            <p:nvPr/>
          </p:nvSpPr>
          <p:spPr>
            <a:xfrm>
              <a:off x="164245" y="2763786"/>
              <a:ext cx="9144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b="1" noProof="0" dirty="0">
                  <a:latin typeface="Lato" panose="020F0502020204030203" pitchFamily="34" charset="0"/>
                </a:rPr>
                <a:t>Mark</a:t>
              </a:r>
            </a:p>
          </p:txBody>
        </p:sp>
        <p:pic>
          <p:nvPicPr>
            <p:cNvPr id="50" name="lookup:icon1">
              <a:extLst>
                <a:ext uri="{FF2B5EF4-FFF2-40B4-BE49-F238E27FC236}">
                  <a16:creationId xmlns:a16="http://schemas.microsoft.com/office/drawing/2014/main" id="{428B4195-3DB5-B003-FDCA-2AE06F62D7A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01387" y="2057882"/>
              <a:ext cx="216000" cy="216000"/>
            </a:xfrm>
            <a:prstGeom prst="rect">
              <a:avLst/>
            </a:prstGeom>
          </p:spPr>
        </p:pic>
        <p:pic>
          <p:nvPicPr>
            <p:cNvPr id="51" name="lookup:icon2">
              <a:extLst>
                <a:ext uri="{FF2B5EF4-FFF2-40B4-BE49-F238E27FC236}">
                  <a16:creationId xmlns:a16="http://schemas.microsoft.com/office/drawing/2014/main" id="{70BE19C0-3205-EBB5-143E-D64D01C744E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01387" y="2455432"/>
              <a:ext cx="216000" cy="216000"/>
            </a:xfrm>
            <a:prstGeom prst="rect">
              <a:avLst/>
            </a:prstGeom>
          </p:spPr>
        </p:pic>
        <p:pic>
          <p:nvPicPr>
            <p:cNvPr id="52" name="lookup:icon3">
              <a:extLst>
                <a:ext uri="{FF2B5EF4-FFF2-40B4-BE49-F238E27FC236}">
                  <a16:creationId xmlns:a16="http://schemas.microsoft.com/office/drawing/2014/main" id="{8F0E9EDC-2275-77F9-CFCE-D0ADD24863C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01387" y="2852982"/>
              <a:ext cx="216000" cy="216000"/>
            </a:xfrm>
            <a:prstGeom prst="rect">
              <a:avLst/>
            </a:prstGeom>
          </p:spPr>
        </p:pic>
        <p:pic>
          <p:nvPicPr>
            <p:cNvPr id="53" name="lookup:icon4">
              <a:extLst>
                <a:ext uri="{FF2B5EF4-FFF2-40B4-BE49-F238E27FC236}">
                  <a16:creationId xmlns:a16="http://schemas.microsoft.com/office/drawing/2014/main" id="{166569CA-E273-D8E2-A2F3-B9A76E78BCE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14114" y="3250532"/>
              <a:ext cx="209554" cy="216000"/>
            </a:xfrm>
            <a:prstGeom prst="rect">
              <a:avLst/>
            </a:prstGeom>
          </p:spPr>
        </p:pic>
        <p:sp>
          <p:nvSpPr>
            <p:cNvPr id="54" name="rbind:answers">
              <a:extLst>
                <a:ext uri="{FF2B5EF4-FFF2-40B4-BE49-F238E27FC236}">
                  <a16:creationId xmlns:a16="http://schemas.microsoft.com/office/drawing/2014/main" id="{89F8CB45-D5B0-0CC1-9C6E-8F19F571931D}"/>
                </a:ext>
              </a:extLst>
            </p:cNvPr>
            <p:cNvSpPr txBox="1"/>
            <p:nvPr/>
          </p:nvSpPr>
          <p:spPr>
            <a:xfrm>
              <a:off x="1154055" y="1996883"/>
              <a:ext cx="9909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noProof="0" dirty="0"/>
                <a:t>buy a pencil tomorrow</a:t>
              </a:r>
            </a:p>
          </p:txBody>
        </p:sp>
        <p:sp>
          <p:nvSpPr>
            <p:cNvPr id="55" name="rbind:answers">
              <a:extLst>
                <a:ext uri="{FF2B5EF4-FFF2-40B4-BE49-F238E27FC236}">
                  <a16:creationId xmlns:a16="http://schemas.microsoft.com/office/drawing/2014/main" id="{E23C0257-54EF-D517-A7FE-616331073782}"/>
                </a:ext>
              </a:extLst>
            </p:cNvPr>
            <p:cNvSpPr txBox="1"/>
            <p:nvPr/>
          </p:nvSpPr>
          <p:spPr>
            <a:xfrm>
              <a:off x="1152111" y="2386808"/>
              <a:ext cx="9909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noProof="0" dirty="0"/>
                <a:t>his friend next week</a:t>
              </a:r>
            </a:p>
          </p:txBody>
        </p:sp>
        <p:sp>
          <p:nvSpPr>
            <p:cNvPr id="56" name="rbind:answers">
              <a:extLst>
                <a:ext uri="{FF2B5EF4-FFF2-40B4-BE49-F238E27FC236}">
                  <a16:creationId xmlns:a16="http://schemas.microsoft.com/office/drawing/2014/main" id="{52F3541C-0996-74C2-9504-2554B6C7F70B}"/>
                </a:ext>
              </a:extLst>
            </p:cNvPr>
            <p:cNvSpPr txBox="1"/>
            <p:nvPr/>
          </p:nvSpPr>
          <p:spPr>
            <a:xfrm>
              <a:off x="1152111" y="2829301"/>
              <a:ext cx="99097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noProof="0" dirty="0"/>
                <a:t>English later</a:t>
              </a:r>
            </a:p>
          </p:txBody>
        </p:sp>
        <p:sp>
          <p:nvSpPr>
            <p:cNvPr id="57" name="rbind:answers">
              <a:extLst>
                <a:ext uri="{FF2B5EF4-FFF2-40B4-BE49-F238E27FC236}">
                  <a16:creationId xmlns:a16="http://schemas.microsoft.com/office/drawing/2014/main" id="{24CC2153-A51F-C1C0-42D9-011C4F33BDF7}"/>
                </a:ext>
              </a:extLst>
            </p:cNvPr>
            <p:cNvSpPr txBox="1"/>
            <p:nvPr/>
          </p:nvSpPr>
          <p:spPr>
            <a:xfrm>
              <a:off x="1152111" y="3176482"/>
              <a:ext cx="9909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noProof="0" dirty="0"/>
                <a:t>France next summer</a:t>
              </a:r>
            </a:p>
          </p:txBody>
        </p:sp>
      </p:grpSp>
      <p:grpSp>
        <p:nvGrpSpPr>
          <p:cNvPr id="58" name="repeat:characters">
            <a:extLst>
              <a:ext uri="{FF2B5EF4-FFF2-40B4-BE49-F238E27FC236}">
                <a16:creationId xmlns:a16="http://schemas.microsoft.com/office/drawing/2014/main" id="{E6F2DFA2-A5E3-CDE1-8E33-AE0B6DC69648}"/>
              </a:ext>
            </a:extLst>
          </p:cNvPr>
          <p:cNvGrpSpPr/>
          <p:nvPr/>
        </p:nvGrpSpPr>
        <p:grpSpPr>
          <a:xfrm>
            <a:off x="4592512" y="2315943"/>
            <a:ext cx="2054622" cy="1653650"/>
            <a:chOff x="161930" y="1944956"/>
            <a:chExt cx="2054622" cy="1653650"/>
          </a:xfrm>
        </p:grpSpPr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A1DB32EE-A25F-97DC-FBA0-A2BC4CAB7FDF}"/>
                </a:ext>
              </a:extLst>
            </p:cNvPr>
            <p:cNvSpPr/>
            <p:nvPr/>
          </p:nvSpPr>
          <p:spPr>
            <a:xfrm>
              <a:off x="161930" y="1944956"/>
              <a:ext cx="2054622" cy="165365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BEED193D-647F-970A-7D24-714B413403F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91465" y="2073961"/>
              <a:ext cx="630560" cy="697819"/>
            </a:xfrm>
            <a:prstGeom prst="rect">
              <a:avLst/>
            </a:prstGeom>
          </p:spPr>
        </p:pic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37CA3961-3B76-FE40-75E3-025DD1282D39}"/>
                </a:ext>
              </a:extLst>
            </p:cNvPr>
            <p:cNvSpPr txBox="1"/>
            <p:nvPr/>
          </p:nvSpPr>
          <p:spPr>
            <a:xfrm>
              <a:off x="164245" y="2763786"/>
              <a:ext cx="9144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b="1" noProof="0" dirty="0">
                  <a:latin typeface="Lato" panose="020F0502020204030203" pitchFamily="34" charset="0"/>
                </a:rPr>
                <a:t>Mark</a:t>
              </a:r>
            </a:p>
          </p:txBody>
        </p:sp>
        <p:pic>
          <p:nvPicPr>
            <p:cNvPr id="62" name="lookup:icon1">
              <a:extLst>
                <a:ext uri="{FF2B5EF4-FFF2-40B4-BE49-F238E27FC236}">
                  <a16:creationId xmlns:a16="http://schemas.microsoft.com/office/drawing/2014/main" id="{0E210B9E-6449-DFC5-671F-877670A1833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01387" y="2057882"/>
              <a:ext cx="216000" cy="216000"/>
            </a:xfrm>
            <a:prstGeom prst="rect">
              <a:avLst/>
            </a:prstGeom>
          </p:spPr>
        </p:pic>
        <p:pic>
          <p:nvPicPr>
            <p:cNvPr id="63" name="lookup:icon2">
              <a:extLst>
                <a:ext uri="{FF2B5EF4-FFF2-40B4-BE49-F238E27FC236}">
                  <a16:creationId xmlns:a16="http://schemas.microsoft.com/office/drawing/2014/main" id="{05D6E19B-A6F7-9F83-2272-46AAFFA07DB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01387" y="2455432"/>
              <a:ext cx="216000" cy="216000"/>
            </a:xfrm>
            <a:prstGeom prst="rect">
              <a:avLst/>
            </a:prstGeom>
          </p:spPr>
        </p:pic>
        <p:pic>
          <p:nvPicPr>
            <p:cNvPr id="64" name="lookup:icon3">
              <a:extLst>
                <a:ext uri="{FF2B5EF4-FFF2-40B4-BE49-F238E27FC236}">
                  <a16:creationId xmlns:a16="http://schemas.microsoft.com/office/drawing/2014/main" id="{5D8E5F84-1BFB-3A2E-636B-E208FBC27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01387" y="2852982"/>
              <a:ext cx="216000" cy="216000"/>
            </a:xfrm>
            <a:prstGeom prst="rect">
              <a:avLst/>
            </a:prstGeom>
          </p:spPr>
        </p:pic>
        <p:pic>
          <p:nvPicPr>
            <p:cNvPr id="65" name="lookup:icon4">
              <a:extLst>
                <a:ext uri="{FF2B5EF4-FFF2-40B4-BE49-F238E27FC236}">
                  <a16:creationId xmlns:a16="http://schemas.microsoft.com/office/drawing/2014/main" id="{D4EF2D7F-19DC-22DA-B3C3-E3F5872ACC7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14114" y="3250532"/>
              <a:ext cx="209554" cy="216000"/>
            </a:xfrm>
            <a:prstGeom prst="rect">
              <a:avLst/>
            </a:prstGeom>
          </p:spPr>
        </p:pic>
        <p:sp>
          <p:nvSpPr>
            <p:cNvPr id="66" name="rbind:answers">
              <a:extLst>
                <a:ext uri="{FF2B5EF4-FFF2-40B4-BE49-F238E27FC236}">
                  <a16:creationId xmlns:a16="http://schemas.microsoft.com/office/drawing/2014/main" id="{01D0B9A0-049F-8867-7011-C56A6C975C2F}"/>
                </a:ext>
              </a:extLst>
            </p:cNvPr>
            <p:cNvSpPr txBox="1"/>
            <p:nvPr/>
          </p:nvSpPr>
          <p:spPr>
            <a:xfrm>
              <a:off x="1154055" y="1996883"/>
              <a:ext cx="9909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noProof="0" dirty="0"/>
                <a:t>buy a pencil tomorrow</a:t>
              </a:r>
            </a:p>
          </p:txBody>
        </p:sp>
        <p:sp>
          <p:nvSpPr>
            <p:cNvPr id="67" name="rbind:answers">
              <a:extLst>
                <a:ext uri="{FF2B5EF4-FFF2-40B4-BE49-F238E27FC236}">
                  <a16:creationId xmlns:a16="http://schemas.microsoft.com/office/drawing/2014/main" id="{1C366294-8521-17E3-B517-0C8081380AF1}"/>
                </a:ext>
              </a:extLst>
            </p:cNvPr>
            <p:cNvSpPr txBox="1"/>
            <p:nvPr/>
          </p:nvSpPr>
          <p:spPr>
            <a:xfrm>
              <a:off x="1152111" y="2386808"/>
              <a:ext cx="9909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noProof="0" dirty="0"/>
                <a:t>his friend next week</a:t>
              </a:r>
            </a:p>
          </p:txBody>
        </p:sp>
        <p:sp>
          <p:nvSpPr>
            <p:cNvPr id="68" name="rbind:answers">
              <a:extLst>
                <a:ext uri="{FF2B5EF4-FFF2-40B4-BE49-F238E27FC236}">
                  <a16:creationId xmlns:a16="http://schemas.microsoft.com/office/drawing/2014/main" id="{D99C7733-BD0A-AC42-3012-A6F34744D1C5}"/>
                </a:ext>
              </a:extLst>
            </p:cNvPr>
            <p:cNvSpPr txBox="1"/>
            <p:nvPr/>
          </p:nvSpPr>
          <p:spPr>
            <a:xfrm>
              <a:off x="1152111" y="2829301"/>
              <a:ext cx="99097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noProof="0" dirty="0"/>
                <a:t>English later</a:t>
              </a:r>
            </a:p>
          </p:txBody>
        </p:sp>
        <p:sp>
          <p:nvSpPr>
            <p:cNvPr id="69" name="rbind:answers">
              <a:extLst>
                <a:ext uri="{FF2B5EF4-FFF2-40B4-BE49-F238E27FC236}">
                  <a16:creationId xmlns:a16="http://schemas.microsoft.com/office/drawing/2014/main" id="{5C6C769D-72AF-FF35-75D2-FCBD0C6B03D5}"/>
                </a:ext>
              </a:extLst>
            </p:cNvPr>
            <p:cNvSpPr txBox="1"/>
            <p:nvPr/>
          </p:nvSpPr>
          <p:spPr>
            <a:xfrm>
              <a:off x="1152111" y="3176482"/>
              <a:ext cx="9909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noProof="0" dirty="0"/>
                <a:t>France next summer</a:t>
              </a:r>
            </a:p>
          </p:txBody>
        </p:sp>
      </p:grpSp>
      <p:grpSp>
        <p:nvGrpSpPr>
          <p:cNvPr id="214" name="repeat:characters">
            <a:extLst>
              <a:ext uri="{FF2B5EF4-FFF2-40B4-BE49-F238E27FC236}">
                <a16:creationId xmlns:a16="http://schemas.microsoft.com/office/drawing/2014/main" id="{7119D4C0-FBC4-2527-9F16-42E19A04358E}"/>
              </a:ext>
            </a:extLst>
          </p:cNvPr>
          <p:cNvGrpSpPr/>
          <p:nvPr/>
        </p:nvGrpSpPr>
        <p:grpSpPr>
          <a:xfrm>
            <a:off x="161930" y="4535565"/>
            <a:ext cx="2054622" cy="1653650"/>
            <a:chOff x="161930" y="1944956"/>
            <a:chExt cx="2054622" cy="1653650"/>
          </a:xfrm>
        </p:grpSpPr>
        <p:sp>
          <p:nvSpPr>
            <p:cNvPr id="215" name="Rectangle: Rounded Corners 214">
              <a:extLst>
                <a:ext uri="{FF2B5EF4-FFF2-40B4-BE49-F238E27FC236}">
                  <a16:creationId xmlns:a16="http://schemas.microsoft.com/office/drawing/2014/main" id="{FD01BC2C-A543-B76E-238B-3DE36016F295}"/>
                </a:ext>
              </a:extLst>
            </p:cNvPr>
            <p:cNvSpPr/>
            <p:nvPr/>
          </p:nvSpPr>
          <p:spPr>
            <a:xfrm>
              <a:off x="161930" y="1944956"/>
              <a:ext cx="2054622" cy="165365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216" name="Picture 215">
              <a:extLst>
                <a:ext uri="{FF2B5EF4-FFF2-40B4-BE49-F238E27FC236}">
                  <a16:creationId xmlns:a16="http://schemas.microsoft.com/office/drawing/2014/main" id="{72BD2B61-9D62-2B4A-F934-DF72E568EA2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91465" y="2073961"/>
              <a:ext cx="630560" cy="697819"/>
            </a:xfrm>
            <a:prstGeom prst="rect">
              <a:avLst/>
            </a:prstGeom>
          </p:spPr>
        </p:pic>
        <p:sp>
          <p:nvSpPr>
            <p:cNvPr id="217" name="TextBox 216">
              <a:extLst>
                <a:ext uri="{FF2B5EF4-FFF2-40B4-BE49-F238E27FC236}">
                  <a16:creationId xmlns:a16="http://schemas.microsoft.com/office/drawing/2014/main" id="{2F881AAD-4DA5-ED69-8DA2-5DE9385E122A}"/>
                </a:ext>
              </a:extLst>
            </p:cNvPr>
            <p:cNvSpPr txBox="1"/>
            <p:nvPr/>
          </p:nvSpPr>
          <p:spPr>
            <a:xfrm>
              <a:off x="164245" y="2763786"/>
              <a:ext cx="9144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b="1" noProof="0" dirty="0">
                  <a:latin typeface="Lato" panose="020F0502020204030203" pitchFamily="34" charset="0"/>
                </a:rPr>
                <a:t>Mark</a:t>
              </a:r>
            </a:p>
          </p:txBody>
        </p:sp>
        <p:pic>
          <p:nvPicPr>
            <p:cNvPr id="218" name="lookup:icon1">
              <a:extLst>
                <a:ext uri="{FF2B5EF4-FFF2-40B4-BE49-F238E27FC236}">
                  <a16:creationId xmlns:a16="http://schemas.microsoft.com/office/drawing/2014/main" id="{B2525F8D-8EE8-7EF6-DC61-08708DB4606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01387" y="2057882"/>
              <a:ext cx="216000" cy="216000"/>
            </a:xfrm>
            <a:prstGeom prst="rect">
              <a:avLst/>
            </a:prstGeom>
          </p:spPr>
        </p:pic>
        <p:pic>
          <p:nvPicPr>
            <p:cNvPr id="219" name="lookup:icon2">
              <a:extLst>
                <a:ext uri="{FF2B5EF4-FFF2-40B4-BE49-F238E27FC236}">
                  <a16:creationId xmlns:a16="http://schemas.microsoft.com/office/drawing/2014/main" id="{008FFB2B-1EA0-6DAE-CAD6-D9BEEBAFCAA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01387" y="2455432"/>
              <a:ext cx="216000" cy="216000"/>
            </a:xfrm>
            <a:prstGeom prst="rect">
              <a:avLst/>
            </a:prstGeom>
          </p:spPr>
        </p:pic>
        <p:pic>
          <p:nvPicPr>
            <p:cNvPr id="220" name="lookup:icon3">
              <a:extLst>
                <a:ext uri="{FF2B5EF4-FFF2-40B4-BE49-F238E27FC236}">
                  <a16:creationId xmlns:a16="http://schemas.microsoft.com/office/drawing/2014/main" id="{09EAC018-7236-7E27-648E-F2EEE09527A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01387" y="2852982"/>
              <a:ext cx="216000" cy="216000"/>
            </a:xfrm>
            <a:prstGeom prst="rect">
              <a:avLst/>
            </a:prstGeom>
          </p:spPr>
        </p:pic>
        <p:pic>
          <p:nvPicPr>
            <p:cNvPr id="221" name="lookup:icon4">
              <a:extLst>
                <a:ext uri="{FF2B5EF4-FFF2-40B4-BE49-F238E27FC236}">
                  <a16:creationId xmlns:a16="http://schemas.microsoft.com/office/drawing/2014/main" id="{6030D41B-DB6E-FACB-08BE-37965975382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14114" y="3250532"/>
              <a:ext cx="209554" cy="216000"/>
            </a:xfrm>
            <a:prstGeom prst="rect">
              <a:avLst/>
            </a:prstGeom>
          </p:spPr>
        </p:pic>
        <p:sp>
          <p:nvSpPr>
            <p:cNvPr id="222" name="rbind:answers">
              <a:extLst>
                <a:ext uri="{FF2B5EF4-FFF2-40B4-BE49-F238E27FC236}">
                  <a16:creationId xmlns:a16="http://schemas.microsoft.com/office/drawing/2014/main" id="{94DF0F09-D1C4-7BDF-7852-EA8D75389148}"/>
                </a:ext>
              </a:extLst>
            </p:cNvPr>
            <p:cNvSpPr txBox="1"/>
            <p:nvPr/>
          </p:nvSpPr>
          <p:spPr>
            <a:xfrm>
              <a:off x="1154055" y="1996883"/>
              <a:ext cx="9909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noProof="0" dirty="0"/>
                <a:t>buy a pencil tomorrow</a:t>
              </a:r>
            </a:p>
          </p:txBody>
        </p:sp>
        <p:sp>
          <p:nvSpPr>
            <p:cNvPr id="223" name="rbind:answers">
              <a:extLst>
                <a:ext uri="{FF2B5EF4-FFF2-40B4-BE49-F238E27FC236}">
                  <a16:creationId xmlns:a16="http://schemas.microsoft.com/office/drawing/2014/main" id="{7258C539-44C0-0D69-B080-0B959F809926}"/>
                </a:ext>
              </a:extLst>
            </p:cNvPr>
            <p:cNvSpPr txBox="1"/>
            <p:nvPr/>
          </p:nvSpPr>
          <p:spPr>
            <a:xfrm>
              <a:off x="1152111" y="2386808"/>
              <a:ext cx="9909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noProof="0" dirty="0"/>
                <a:t>his friend next week</a:t>
              </a:r>
            </a:p>
          </p:txBody>
        </p:sp>
        <p:sp>
          <p:nvSpPr>
            <p:cNvPr id="224" name="rbind:answers">
              <a:extLst>
                <a:ext uri="{FF2B5EF4-FFF2-40B4-BE49-F238E27FC236}">
                  <a16:creationId xmlns:a16="http://schemas.microsoft.com/office/drawing/2014/main" id="{4ED53708-938E-D172-5103-C702A8698487}"/>
                </a:ext>
              </a:extLst>
            </p:cNvPr>
            <p:cNvSpPr txBox="1"/>
            <p:nvPr/>
          </p:nvSpPr>
          <p:spPr>
            <a:xfrm>
              <a:off x="1152111" y="2829301"/>
              <a:ext cx="99097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noProof="0" dirty="0"/>
                <a:t>English later</a:t>
              </a:r>
            </a:p>
          </p:txBody>
        </p:sp>
        <p:sp>
          <p:nvSpPr>
            <p:cNvPr id="225" name="rbind:answers">
              <a:extLst>
                <a:ext uri="{FF2B5EF4-FFF2-40B4-BE49-F238E27FC236}">
                  <a16:creationId xmlns:a16="http://schemas.microsoft.com/office/drawing/2014/main" id="{E71B86B8-607D-BCA7-0F50-48093FF39005}"/>
                </a:ext>
              </a:extLst>
            </p:cNvPr>
            <p:cNvSpPr txBox="1"/>
            <p:nvPr/>
          </p:nvSpPr>
          <p:spPr>
            <a:xfrm>
              <a:off x="1152111" y="3176482"/>
              <a:ext cx="9909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noProof="0" dirty="0"/>
                <a:t>France next summer</a:t>
              </a:r>
            </a:p>
          </p:txBody>
        </p:sp>
      </p:grpSp>
      <p:grpSp>
        <p:nvGrpSpPr>
          <p:cNvPr id="226" name="repeat:characters">
            <a:extLst>
              <a:ext uri="{FF2B5EF4-FFF2-40B4-BE49-F238E27FC236}">
                <a16:creationId xmlns:a16="http://schemas.microsoft.com/office/drawing/2014/main" id="{B5F06678-41C6-FE76-EE24-8714205A3CA6}"/>
              </a:ext>
            </a:extLst>
          </p:cNvPr>
          <p:cNvGrpSpPr/>
          <p:nvPr/>
        </p:nvGrpSpPr>
        <p:grpSpPr>
          <a:xfrm>
            <a:off x="161930" y="6755187"/>
            <a:ext cx="2054622" cy="1653650"/>
            <a:chOff x="161930" y="1944956"/>
            <a:chExt cx="2054622" cy="1653650"/>
          </a:xfrm>
        </p:grpSpPr>
        <p:sp>
          <p:nvSpPr>
            <p:cNvPr id="227" name="Rectangle: Rounded Corners 226">
              <a:extLst>
                <a:ext uri="{FF2B5EF4-FFF2-40B4-BE49-F238E27FC236}">
                  <a16:creationId xmlns:a16="http://schemas.microsoft.com/office/drawing/2014/main" id="{5533E1B5-1F18-1F50-6025-7821DFC04A19}"/>
                </a:ext>
              </a:extLst>
            </p:cNvPr>
            <p:cNvSpPr/>
            <p:nvPr/>
          </p:nvSpPr>
          <p:spPr>
            <a:xfrm>
              <a:off x="161930" y="1944956"/>
              <a:ext cx="2054622" cy="165365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228" name="Picture 227">
              <a:extLst>
                <a:ext uri="{FF2B5EF4-FFF2-40B4-BE49-F238E27FC236}">
                  <a16:creationId xmlns:a16="http://schemas.microsoft.com/office/drawing/2014/main" id="{7B6B2FFD-99A4-8874-96B3-998D649465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91465" y="2073961"/>
              <a:ext cx="630560" cy="697819"/>
            </a:xfrm>
            <a:prstGeom prst="rect">
              <a:avLst/>
            </a:prstGeom>
          </p:spPr>
        </p:pic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09F49336-3D50-BEC1-935D-D99AEEDE472E}"/>
                </a:ext>
              </a:extLst>
            </p:cNvPr>
            <p:cNvSpPr txBox="1"/>
            <p:nvPr/>
          </p:nvSpPr>
          <p:spPr>
            <a:xfrm>
              <a:off x="164245" y="2763786"/>
              <a:ext cx="9144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b="1" noProof="0" dirty="0">
                  <a:latin typeface="Lato" panose="020F0502020204030203" pitchFamily="34" charset="0"/>
                </a:rPr>
                <a:t>Mark</a:t>
              </a:r>
            </a:p>
          </p:txBody>
        </p:sp>
        <p:pic>
          <p:nvPicPr>
            <p:cNvPr id="230" name="lookup:icon1">
              <a:extLst>
                <a:ext uri="{FF2B5EF4-FFF2-40B4-BE49-F238E27FC236}">
                  <a16:creationId xmlns:a16="http://schemas.microsoft.com/office/drawing/2014/main" id="{389AC85A-8E3C-7479-3DAC-92F2AC2F85F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01387" y="2057882"/>
              <a:ext cx="216000" cy="216000"/>
            </a:xfrm>
            <a:prstGeom prst="rect">
              <a:avLst/>
            </a:prstGeom>
          </p:spPr>
        </p:pic>
        <p:pic>
          <p:nvPicPr>
            <p:cNvPr id="231" name="lookup:icon2">
              <a:extLst>
                <a:ext uri="{FF2B5EF4-FFF2-40B4-BE49-F238E27FC236}">
                  <a16:creationId xmlns:a16="http://schemas.microsoft.com/office/drawing/2014/main" id="{B8B814B2-77F2-B371-5F99-3FC64FEE8EE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01387" y="2455432"/>
              <a:ext cx="216000" cy="216000"/>
            </a:xfrm>
            <a:prstGeom prst="rect">
              <a:avLst/>
            </a:prstGeom>
          </p:spPr>
        </p:pic>
        <p:pic>
          <p:nvPicPr>
            <p:cNvPr id="232" name="lookup:icon3">
              <a:extLst>
                <a:ext uri="{FF2B5EF4-FFF2-40B4-BE49-F238E27FC236}">
                  <a16:creationId xmlns:a16="http://schemas.microsoft.com/office/drawing/2014/main" id="{4FD19755-2E96-808A-0F6F-15F51AC097A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01387" y="2852982"/>
              <a:ext cx="216000" cy="216000"/>
            </a:xfrm>
            <a:prstGeom prst="rect">
              <a:avLst/>
            </a:prstGeom>
          </p:spPr>
        </p:pic>
        <p:pic>
          <p:nvPicPr>
            <p:cNvPr id="233" name="lookup:icon4">
              <a:extLst>
                <a:ext uri="{FF2B5EF4-FFF2-40B4-BE49-F238E27FC236}">
                  <a16:creationId xmlns:a16="http://schemas.microsoft.com/office/drawing/2014/main" id="{AF25D470-1B6C-B803-8712-8544B751BE7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14114" y="3250532"/>
              <a:ext cx="209554" cy="216000"/>
            </a:xfrm>
            <a:prstGeom prst="rect">
              <a:avLst/>
            </a:prstGeom>
          </p:spPr>
        </p:pic>
        <p:sp>
          <p:nvSpPr>
            <p:cNvPr id="234" name="rbind:answers">
              <a:extLst>
                <a:ext uri="{FF2B5EF4-FFF2-40B4-BE49-F238E27FC236}">
                  <a16:creationId xmlns:a16="http://schemas.microsoft.com/office/drawing/2014/main" id="{0FBB0A5F-BC70-59EB-96B6-4085A7EF89DB}"/>
                </a:ext>
              </a:extLst>
            </p:cNvPr>
            <p:cNvSpPr txBox="1"/>
            <p:nvPr/>
          </p:nvSpPr>
          <p:spPr>
            <a:xfrm>
              <a:off x="1154055" y="1996883"/>
              <a:ext cx="9909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noProof="0" dirty="0"/>
                <a:t>buy a pencil tomorrow</a:t>
              </a:r>
            </a:p>
          </p:txBody>
        </p:sp>
        <p:sp>
          <p:nvSpPr>
            <p:cNvPr id="235" name="rbind:answers">
              <a:extLst>
                <a:ext uri="{FF2B5EF4-FFF2-40B4-BE49-F238E27FC236}">
                  <a16:creationId xmlns:a16="http://schemas.microsoft.com/office/drawing/2014/main" id="{FC1A246F-143C-39E5-D89C-0BD4B735AA9A}"/>
                </a:ext>
              </a:extLst>
            </p:cNvPr>
            <p:cNvSpPr txBox="1"/>
            <p:nvPr/>
          </p:nvSpPr>
          <p:spPr>
            <a:xfrm>
              <a:off x="1152111" y="2386808"/>
              <a:ext cx="9909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noProof="0" dirty="0"/>
                <a:t>his friend next week</a:t>
              </a:r>
            </a:p>
          </p:txBody>
        </p:sp>
        <p:sp>
          <p:nvSpPr>
            <p:cNvPr id="236" name="rbind:answers">
              <a:extLst>
                <a:ext uri="{FF2B5EF4-FFF2-40B4-BE49-F238E27FC236}">
                  <a16:creationId xmlns:a16="http://schemas.microsoft.com/office/drawing/2014/main" id="{94355E0A-E93F-9F3C-2BB5-3BBD4BA3A02A}"/>
                </a:ext>
              </a:extLst>
            </p:cNvPr>
            <p:cNvSpPr txBox="1"/>
            <p:nvPr/>
          </p:nvSpPr>
          <p:spPr>
            <a:xfrm>
              <a:off x="1152111" y="2829301"/>
              <a:ext cx="99097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noProof="0" dirty="0"/>
                <a:t>English later</a:t>
              </a:r>
            </a:p>
          </p:txBody>
        </p:sp>
        <p:sp>
          <p:nvSpPr>
            <p:cNvPr id="237" name="rbind:answers">
              <a:extLst>
                <a:ext uri="{FF2B5EF4-FFF2-40B4-BE49-F238E27FC236}">
                  <a16:creationId xmlns:a16="http://schemas.microsoft.com/office/drawing/2014/main" id="{BA651D34-5DDE-CA82-C171-6448D667353F}"/>
                </a:ext>
              </a:extLst>
            </p:cNvPr>
            <p:cNvSpPr txBox="1"/>
            <p:nvPr/>
          </p:nvSpPr>
          <p:spPr>
            <a:xfrm>
              <a:off x="1152111" y="3176482"/>
              <a:ext cx="9909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noProof="0" dirty="0"/>
                <a:t>France next summer</a:t>
              </a:r>
            </a:p>
          </p:txBody>
        </p:sp>
      </p:grpSp>
      <p:grpSp>
        <p:nvGrpSpPr>
          <p:cNvPr id="250" name="repeat:characters">
            <a:extLst>
              <a:ext uri="{FF2B5EF4-FFF2-40B4-BE49-F238E27FC236}">
                <a16:creationId xmlns:a16="http://schemas.microsoft.com/office/drawing/2014/main" id="{C767B562-3668-CE58-0D9A-AA29E8963DD6}"/>
              </a:ext>
            </a:extLst>
          </p:cNvPr>
          <p:cNvGrpSpPr/>
          <p:nvPr/>
        </p:nvGrpSpPr>
        <p:grpSpPr>
          <a:xfrm>
            <a:off x="2377221" y="4535565"/>
            <a:ext cx="2054622" cy="1653650"/>
            <a:chOff x="161930" y="1944956"/>
            <a:chExt cx="2054622" cy="1653650"/>
          </a:xfrm>
        </p:grpSpPr>
        <p:sp>
          <p:nvSpPr>
            <p:cNvPr id="251" name="Rectangle: Rounded Corners 250">
              <a:extLst>
                <a:ext uri="{FF2B5EF4-FFF2-40B4-BE49-F238E27FC236}">
                  <a16:creationId xmlns:a16="http://schemas.microsoft.com/office/drawing/2014/main" id="{96276ED4-3B53-B7F4-38C7-1CB9F6327165}"/>
                </a:ext>
              </a:extLst>
            </p:cNvPr>
            <p:cNvSpPr/>
            <p:nvPr/>
          </p:nvSpPr>
          <p:spPr>
            <a:xfrm>
              <a:off x="161930" y="1944956"/>
              <a:ext cx="2054622" cy="165365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252" name="Picture 251">
              <a:extLst>
                <a:ext uri="{FF2B5EF4-FFF2-40B4-BE49-F238E27FC236}">
                  <a16:creationId xmlns:a16="http://schemas.microsoft.com/office/drawing/2014/main" id="{2E0F80DB-A4C8-0792-07FC-FC36768C6A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91465" y="2073961"/>
              <a:ext cx="630560" cy="697819"/>
            </a:xfrm>
            <a:prstGeom prst="rect">
              <a:avLst/>
            </a:prstGeom>
          </p:spPr>
        </p:pic>
        <p:sp>
          <p:nvSpPr>
            <p:cNvPr id="253" name="TextBox 252">
              <a:extLst>
                <a:ext uri="{FF2B5EF4-FFF2-40B4-BE49-F238E27FC236}">
                  <a16:creationId xmlns:a16="http://schemas.microsoft.com/office/drawing/2014/main" id="{FF89F47B-C885-DAE4-4B7C-F20885852B36}"/>
                </a:ext>
              </a:extLst>
            </p:cNvPr>
            <p:cNvSpPr txBox="1"/>
            <p:nvPr/>
          </p:nvSpPr>
          <p:spPr>
            <a:xfrm>
              <a:off x="164245" y="2763786"/>
              <a:ext cx="9144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b="1" noProof="0" dirty="0">
                  <a:latin typeface="Lato" panose="020F0502020204030203" pitchFamily="34" charset="0"/>
                </a:rPr>
                <a:t>Mark</a:t>
              </a:r>
            </a:p>
          </p:txBody>
        </p:sp>
        <p:pic>
          <p:nvPicPr>
            <p:cNvPr id="254" name="lookup:icon1">
              <a:extLst>
                <a:ext uri="{FF2B5EF4-FFF2-40B4-BE49-F238E27FC236}">
                  <a16:creationId xmlns:a16="http://schemas.microsoft.com/office/drawing/2014/main" id="{BCB983C2-4AEA-5226-4F91-24B15BC7ACF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01387" y="2057882"/>
              <a:ext cx="216000" cy="216000"/>
            </a:xfrm>
            <a:prstGeom prst="rect">
              <a:avLst/>
            </a:prstGeom>
          </p:spPr>
        </p:pic>
        <p:pic>
          <p:nvPicPr>
            <p:cNvPr id="255" name="lookup:icon2">
              <a:extLst>
                <a:ext uri="{FF2B5EF4-FFF2-40B4-BE49-F238E27FC236}">
                  <a16:creationId xmlns:a16="http://schemas.microsoft.com/office/drawing/2014/main" id="{03AEC558-3226-E31A-8095-6234F92D028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01387" y="2455432"/>
              <a:ext cx="216000" cy="216000"/>
            </a:xfrm>
            <a:prstGeom prst="rect">
              <a:avLst/>
            </a:prstGeom>
          </p:spPr>
        </p:pic>
        <p:pic>
          <p:nvPicPr>
            <p:cNvPr id="256" name="lookup:icon3">
              <a:extLst>
                <a:ext uri="{FF2B5EF4-FFF2-40B4-BE49-F238E27FC236}">
                  <a16:creationId xmlns:a16="http://schemas.microsoft.com/office/drawing/2014/main" id="{0124CDBB-79A7-ECFB-E729-22E483A33C9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01387" y="2852982"/>
              <a:ext cx="216000" cy="216000"/>
            </a:xfrm>
            <a:prstGeom prst="rect">
              <a:avLst/>
            </a:prstGeom>
          </p:spPr>
        </p:pic>
        <p:pic>
          <p:nvPicPr>
            <p:cNvPr id="257" name="lookup:icon4">
              <a:extLst>
                <a:ext uri="{FF2B5EF4-FFF2-40B4-BE49-F238E27FC236}">
                  <a16:creationId xmlns:a16="http://schemas.microsoft.com/office/drawing/2014/main" id="{3CFF04BA-7372-A245-280B-57883B52F3A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14114" y="3250532"/>
              <a:ext cx="209554" cy="216000"/>
            </a:xfrm>
            <a:prstGeom prst="rect">
              <a:avLst/>
            </a:prstGeom>
          </p:spPr>
        </p:pic>
        <p:sp>
          <p:nvSpPr>
            <p:cNvPr id="258" name="rbind:answers">
              <a:extLst>
                <a:ext uri="{FF2B5EF4-FFF2-40B4-BE49-F238E27FC236}">
                  <a16:creationId xmlns:a16="http://schemas.microsoft.com/office/drawing/2014/main" id="{DB7828C2-B778-F0E3-A35D-EA3C1F7061EB}"/>
                </a:ext>
              </a:extLst>
            </p:cNvPr>
            <p:cNvSpPr txBox="1"/>
            <p:nvPr/>
          </p:nvSpPr>
          <p:spPr>
            <a:xfrm>
              <a:off x="1154055" y="1996883"/>
              <a:ext cx="9909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noProof="0" dirty="0"/>
                <a:t>buy a pencil tomorrow</a:t>
              </a:r>
            </a:p>
          </p:txBody>
        </p:sp>
        <p:sp>
          <p:nvSpPr>
            <p:cNvPr id="259" name="rbind:answers">
              <a:extLst>
                <a:ext uri="{FF2B5EF4-FFF2-40B4-BE49-F238E27FC236}">
                  <a16:creationId xmlns:a16="http://schemas.microsoft.com/office/drawing/2014/main" id="{30767CE3-3CD2-0AD3-A3EC-3C874C0F715B}"/>
                </a:ext>
              </a:extLst>
            </p:cNvPr>
            <p:cNvSpPr txBox="1"/>
            <p:nvPr/>
          </p:nvSpPr>
          <p:spPr>
            <a:xfrm>
              <a:off x="1152111" y="2386808"/>
              <a:ext cx="9909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noProof="0" dirty="0"/>
                <a:t>his friend next week</a:t>
              </a:r>
            </a:p>
          </p:txBody>
        </p:sp>
        <p:sp>
          <p:nvSpPr>
            <p:cNvPr id="260" name="rbind:answers">
              <a:extLst>
                <a:ext uri="{FF2B5EF4-FFF2-40B4-BE49-F238E27FC236}">
                  <a16:creationId xmlns:a16="http://schemas.microsoft.com/office/drawing/2014/main" id="{AD6A46D4-C56B-28FB-1BE7-1DD59213060A}"/>
                </a:ext>
              </a:extLst>
            </p:cNvPr>
            <p:cNvSpPr txBox="1"/>
            <p:nvPr/>
          </p:nvSpPr>
          <p:spPr>
            <a:xfrm>
              <a:off x="1152111" y="2829301"/>
              <a:ext cx="99097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noProof="0" dirty="0"/>
                <a:t>English later</a:t>
              </a:r>
            </a:p>
          </p:txBody>
        </p:sp>
        <p:sp>
          <p:nvSpPr>
            <p:cNvPr id="261" name="rbind:answers">
              <a:extLst>
                <a:ext uri="{FF2B5EF4-FFF2-40B4-BE49-F238E27FC236}">
                  <a16:creationId xmlns:a16="http://schemas.microsoft.com/office/drawing/2014/main" id="{156A9E43-7D3B-EC58-1F48-0B65DC45A9E6}"/>
                </a:ext>
              </a:extLst>
            </p:cNvPr>
            <p:cNvSpPr txBox="1"/>
            <p:nvPr/>
          </p:nvSpPr>
          <p:spPr>
            <a:xfrm>
              <a:off x="1152111" y="3176482"/>
              <a:ext cx="9909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noProof="0" dirty="0"/>
                <a:t>France next summer</a:t>
              </a:r>
            </a:p>
          </p:txBody>
        </p:sp>
      </p:grpSp>
      <p:grpSp>
        <p:nvGrpSpPr>
          <p:cNvPr id="262" name="repeat:characters">
            <a:extLst>
              <a:ext uri="{FF2B5EF4-FFF2-40B4-BE49-F238E27FC236}">
                <a16:creationId xmlns:a16="http://schemas.microsoft.com/office/drawing/2014/main" id="{2626E698-E830-1D7B-01CB-6DD750BCA151}"/>
              </a:ext>
            </a:extLst>
          </p:cNvPr>
          <p:cNvGrpSpPr/>
          <p:nvPr/>
        </p:nvGrpSpPr>
        <p:grpSpPr>
          <a:xfrm>
            <a:off x="4591796" y="4535565"/>
            <a:ext cx="2054622" cy="1653650"/>
            <a:chOff x="161930" y="1944956"/>
            <a:chExt cx="2054622" cy="1653650"/>
          </a:xfrm>
        </p:grpSpPr>
        <p:sp>
          <p:nvSpPr>
            <p:cNvPr id="263" name="Rectangle: Rounded Corners 262">
              <a:extLst>
                <a:ext uri="{FF2B5EF4-FFF2-40B4-BE49-F238E27FC236}">
                  <a16:creationId xmlns:a16="http://schemas.microsoft.com/office/drawing/2014/main" id="{32C1E986-C774-1962-AD1B-A9ADC93B908B}"/>
                </a:ext>
              </a:extLst>
            </p:cNvPr>
            <p:cNvSpPr/>
            <p:nvPr/>
          </p:nvSpPr>
          <p:spPr>
            <a:xfrm>
              <a:off x="161930" y="1944956"/>
              <a:ext cx="2054622" cy="165365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264" name="Picture 263">
              <a:extLst>
                <a:ext uri="{FF2B5EF4-FFF2-40B4-BE49-F238E27FC236}">
                  <a16:creationId xmlns:a16="http://schemas.microsoft.com/office/drawing/2014/main" id="{9BF3F1F2-8414-6496-8426-0A656DEA7A8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91465" y="2073961"/>
              <a:ext cx="630560" cy="697819"/>
            </a:xfrm>
            <a:prstGeom prst="rect">
              <a:avLst/>
            </a:prstGeom>
          </p:spPr>
        </p:pic>
        <p:sp>
          <p:nvSpPr>
            <p:cNvPr id="265" name="TextBox 264">
              <a:extLst>
                <a:ext uri="{FF2B5EF4-FFF2-40B4-BE49-F238E27FC236}">
                  <a16:creationId xmlns:a16="http://schemas.microsoft.com/office/drawing/2014/main" id="{B3A52A3B-3B5A-B583-4153-2E5BB5D4A447}"/>
                </a:ext>
              </a:extLst>
            </p:cNvPr>
            <p:cNvSpPr txBox="1"/>
            <p:nvPr/>
          </p:nvSpPr>
          <p:spPr>
            <a:xfrm>
              <a:off x="164245" y="2763786"/>
              <a:ext cx="9144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b="1" noProof="0" dirty="0">
                  <a:latin typeface="Lato" panose="020F0502020204030203" pitchFamily="34" charset="0"/>
                </a:rPr>
                <a:t>Mark</a:t>
              </a:r>
            </a:p>
          </p:txBody>
        </p:sp>
        <p:pic>
          <p:nvPicPr>
            <p:cNvPr id="266" name="lookup:icon1">
              <a:extLst>
                <a:ext uri="{FF2B5EF4-FFF2-40B4-BE49-F238E27FC236}">
                  <a16:creationId xmlns:a16="http://schemas.microsoft.com/office/drawing/2014/main" id="{464C969C-44D1-CE05-9233-BB0EFFE8FD8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01387" y="2057882"/>
              <a:ext cx="216000" cy="216000"/>
            </a:xfrm>
            <a:prstGeom prst="rect">
              <a:avLst/>
            </a:prstGeom>
          </p:spPr>
        </p:pic>
        <p:pic>
          <p:nvPicPr>
            <p:cNvPr id="267" name="lookup:icon2">
              <a:extLst>
                <a:ext uri="{FF2B5EF4-FFF2-40B4-BE49-F238E27FC236}">
                  <a16:creationId xmlns:a16="http://schemas.microsoft.com/office/drawing/2014/main" id="{B9681CF5-7543-6F6B-EEAF-9854686E3EC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01387" y="2455432"/>
              <a:ext cx="216000" cy="216000"/>
            </a:xfrm>
            <a:prstGeom prst="rect">
              <a:avLst/>
            </a:prstGeom>
          </p:spPr>
        </p:pic>
        <p:pic>
          <p:nvPicPr>
            <p:cNvPr id="268" name="lookup:icon3">
              <a:extLst>
                <a:ext uri="{FF2B5EF4-FFF2-40B4-BE49-F238E27FC236}">
                  <a16:creationId xmlns:a16="http://schemas.microsoft.com/office/drawing/2014/main" id="{48A7E730-A7C6-338C-D329-33C8925F299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01387" y="2852982"/>
              <a:ext cx="216000" cy="216000"/>
            </a:xfrm>
            <a:prstGeom prst="rect">
              <a:avLst/>
            </a:prstGeom>
          </p:spPr>
        </p:pic>
        <p:pic>
          <p:nvPicPr>
            <p:cNvPr id="269" name="lookup:icon4">
              <a:extLst>
                <a:ext uri="{FF2B5EF4-FFF2-40B4-BE49-F238E27FC236}">
                  <a16:creationId xmlns:a16="http://schemas.microsoft.com/office/drawing/2014/main" id="{417AD8CB-D7F5-8CC4-7B5D-33C92945C40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14114" y="3250532"/>
              <a:ext cx="209554" cy="216000"/>
            </a:xfrm>
            <a:prstGeom prst="rect">
              <a:avLst/>
            </a:prstGeom>
          </p:spPr>
        </p:pic>
        <p:sp>
          <p:nvSpPr>
            <p:cNvPr id="270" name="rbind:answers">
              <a:extLst>
                <a:ext uri="{FF2B5EF4-FFF2-40B4-BE49-F238E27FC236}">
                  <a16:creationId xmlns:a16="http://schemas.microsoft.com/office/drawing/2014/main" id="{441ADE65-2691-9D38-1C16-CA1722C538C2}"/>
                </a:ext>
              </a:extLst>
            </p:cNvPr>
            <p:cNvSpPr txBox="1"/>
            <p:nvPr/>
          </p:nvSpPr>
          <p:spPr>
            <a:xfrm>
              <a:off x="1154055" y="1996883"/>
              <a:ext cx="9909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noProof="0" dirty="0"/>
                <a:t>buy a pencil tomorrow</a:t>
              </a:r>
            </a:p>
          </p:txBody>
        </p:sp>
        <p:sp>
          <p:nvSpPr>
            <p:cNvPr id="271" name="rbind:answers">
              <a:extLst>
                <a:ext uri="{FF2B5EF4-FFF2-40B4-BE49-F238E27FC236}">
                  <a16:creationId xmlns:a16="http://schemas.microsoft.com/office/drawing/2014/main" id="{049F6633-E53A-39E6-5C60-50FE854DC2DD}"/>
                </a:ext>
              </a:extLst>
            </p:cNvPr>
            <p:cNvSpPr txBox="1"/>
            <p:nvPr/>
          </p:nvSpPr>
          <p:spPr>
            <a:xfrm>
              <a:off x="1152111" y="2386808"/>
              <a:ext cx="9909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noProof="0" dirty="0"/>
                <a:t>his friend next week</a:t>
              </a:r>
            </a:p>
          </p:txBody>
        </p:sp>
        <p:sp>
          <p:nvSpPr>
            <p:cNvPr id="272" name="rbind:answers">
              <a:extLst>
                <a:ext uri="{FF2B5EF4-FFF2-40B4-BE49-F238E27FC236}">
                  <a16:creationId xmlns:a16="http://schemas.microsoft.com/office/drawing/2014/main" id="{49878C8A-79C8-784A-A0C8-D565FD5960FE}"/>
                </a:ext>
              </a:extLst>
            </p:cNvPr>
            <p:cNvSpPr txBox="1"/>
            <p:nvPr/>
          </p:nvSpPr>
          <p:spPr>
            <a:xfrm>
              <a:off x="1152111" y="2829301"/>
              <a:ext cx="99097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noProof="0" dirty="0"/>
                <a:t>English later</a:t>
              </a:r>
            </a:p>
          </p:txBody>
        </p:sp>
        <p:sp>
          <p:nvSpPr>
            <p:cNvPr id="273" name="rbind:answers">
              <a:extLst>
                <a:ext uri="{FF2B5EF4-FFF2-40B4-BE49-F238E27FC236}">
                  <a16:creationId xmlns:a16="http://schemas.microsoft.com/office/drawing/2014/main" id="{238DC3F1-A61E-5618-6D61-3D644712C9D7}"/>
                </a:ext>
              </a:extLst>
            </p:cNvPr>
            <p:cNvSpPr txBox="1"/>
            <p:nvPr/>
          </p:nvSpPr>
          <p:spPr>
            <a:xfrm>
              <a:off x="1152111" y="3176482"/>
              <a:ext cx="9909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noProof="0" dirty="0"/>
                <a:t>France next summer</a:t>
              </a:r>
            </a:p>
          </p:txBody>
        </p:sp>
      </p:grpSp>
      <p:grpSp>
        <p:nvGrpSpPr>
          <p:cNvPr id="274" name="repeat:characters">
            <a:extLst>
              <a:ext uri="{FF2B5EF4-FFF2-40B4-BE49-F238E27FC236}">
                <a16:creationId xmlns:a16="http://schemas.microsoft.com/office/drawing/2014/main" id="{F1E2043C-3005-F9E5-4B66-EF993116C4BC}"/>
              </a:ext>
            </a:extLst>
          </p:cNvPr>
          <p:cNvGrpSpPr/>
          <p:nvPr/>
        </p:nvGrpSpPr>
        <p:grpSpPr>
          <a:xfrm>
            <a:off x="2401689" y="6755187"/>
            <a:ext cx="2054622" cy="1653650"/>
            <a:chOff x="161930" y="1944956"/>
            <a:chExt cx="2054622" cy="1653650"/>
          </a:xfrm>
        </p:grpSpPr>
        <p:sp>
          <p:nvSpPr>
            <p:cNvPr id="275" name="Rectangle: Rounded Corners 274">
              <a:extLst>
                <a:ext uri="{FF2B5EF4-FFF2-40B4-BE49-F238E27FC236}">
                  <a16:creationId xmlns:a16="http://schemas.microsoft.com/office/drawing/2014/main" id="{730221DE-4DDC-DDF3-0ECA-513A6ECB7417}"/>
                </a:ext>
              </a:extLst>
            </p:cNvPr>
            <p:cNvSpPr/>
            <p:nvPr/>
          </p:nvSpPr>
          <p:spPr>
            <a:xfrm>
              <a:off x="161930" y="1944956"/>
              <a:ext cx="2054622" cy="165365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276" name="Picture 275">
              <a:extLst>
                <a:ext uri="{FF2B5EF4-FFF2-40B4-BE49-F238E27FC236}">
                  <a16:creationId xmlns:a16="http://schemas.microsoft.com/office/drawing/2014/main" id="{93E684FE-BDEE-8D38-B10A-A508586AAB58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91465" y="2073961"/>
              <a:ext cx="630560" cy="697819"/>
            </a:xfrm>
            <a:prstGeom prst="rect">
              <a:avLst/>
            </a:prstGeom>
          </p:spPr>
        </p:pic>
        <p:sp>
          <p:nvSpPr>
            <p:cNvPr id="277" name="TextBox 276">
              <a:extLst>
                <a:ext uri="{FF2B5EF4-FFF2-40B4-BE49-F238E27FC236}">
                  <a16:creationId xmlns:a16="http://schemas.microsoft.com/office/drawing/2014/main" id="{6B502D1B-4570-CA95-5A89-EB0054BB07E8}"/>
                </a:ext>
              </a:extLst>
            </p:cNvPr>
            <p:cNvSpPr txBox="1"/>
            <p:nvPr/>
          </p:nvSpPr>
          <p:spPr>
            <a:xfrm>
              <a:off x="164245" y="2763786"/>
              <a:ext cx="9144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b="1" noProof="0" dirty="0">
                  <a:latin typeface="Lato" panose="020F0502020204030203" pitchFamily="34" charset="0"/>
                </a:rPr>
                <a:t>Mark</a:t>
              </a:r>
            </a:p>
          </p:txBody>
        </p:sp>
        <p:pic>
          <p:nvPicPr>
            <p:cNvPr id="278" name="lookup:icon1">
              <a:extLst>
                <a:ext uri="{FF2B5EF4-FFF2-40B4-BE49-F238E27FC236}">
                  <a16:creationId xmlns:a16="http://schemas.microsoft.com/office/drawing/2014/main" id="{DB7C8437-E58D-62DC-1220-5685B18434F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01387" y="2057882"/>
              <a:ext cx="216000" cy="216000"/>
            </a:xfrm>
            <a:prstGeom prst="rect">
              <a:avLst/>
            </a:prstGeom>
          </p:spPr>
        </p:pic>
        <p:pic>
          <p:nvPicPr>
            <p:cNvPr id="279" name="lookup:icon2">
              <a:extLst>
                <a:ext uri="{FF2B5EF4-FFF2-40B4-BE49-F238E27FC236}">
                  <a16:creationId xmlns:a16="http://schemas.microsoft.com/office/drawing/2014/main" id="{DB68B9CE-D617-1141-CB0F-4B880455311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01387" y="2455432"/>
              <a:ext cx="216000" cy="216000"/>
            </a:xfrm>
            <a:prstGeom prst="rect">
              <a:avLst/>
            </a:prstGeom>
          </p:spPr>
        </p:pic>
        <p:pic>
          <p:nvPicPr>
            <p:cNvPr id="280" name="lookup:icon3">
              <a:extLst>
                <a:ext uri="{FF2B5EF4-FFF2-40B4-BE49-F238E27FC236}">
                  <a16:creationId xmlns:a16="http://schemas.microsoft.com/office/drawing/2014/main" id="{A6FD0EDA-CE82-018C-2074-14E13E45D99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01387" y="2852982"/>
              <a:ext cx="216000" cy="216000"/>
            </a:xfrm>
            <a:prstGeom prst="rect">
              <a:avLst/>
            </a:prstGeom>
          </p:spPr>
        </p:pic>
        <p:pic>
          <p:nvPicPr>
            <p:cNvPr id="281" name="lookup:icon4">
              <a:extLst>
                <a:ext uri="{FF2B5EF4-FFF2-40B4-BE49-F238E27FC236}">
                  <a16:creationId xmlns:a16="http://schemas.microsoft.com/office/drawing/2014/main" id="{E72E5B1A-632B-D649-C3D7-DFDBE2BD810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14114" y="3250532"/>
              <a:ext cx="209554" cy="216000"/>
            </a:xfrm>
            <a:prstGeom prst="rect">
              <a:avLst/>
            </a:prstGeom>
          </p:spPr>
        </p:pic>
        <p:sp>
          <p:nvSpPr>
            <p:cNvPr id="282" name="rbind:answers">
              <a:extLst>
                <a:ext uri="{FF2B5EF4-FFF2-40B4-BE49-F238E27FC236}">
                  <a16:creationId xmlns:a16="http://schemas.microsoft.com/office/drawing/2014/main" id="{829EB2C5-A7F7-601A-7727-A30111EE91A1}"/>
                </a:ext>
              </a:extLst>
            </p:cNvPr>
            <p:cNvSpPr txBox="1"/>
            <p:nvPr/>
          </p:nvSpPr>
          <p:spPr>
            <a:xfrm>
              <a:off x="1154055" y="1996883"/>
              <a:ext cx="9909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noProof="0" dirty="0"/>
                <a:t>buy a pencil tomorrow</a:t>
              </a:r>
            </a:p>
          </p:txBody>
        </p:sp>
        <p:sp>
          <p:nvSpPr>
            <p:cNvPr id="283" name="rbind:answers">
              <a:extLst>
                <a:ext uri="{FF2B5EF4-FFF2-40B4-BE49-F238E27FC236}">
                  <a16:creationId xmlns:a16="http://schemas.microsoft.com/office/drawing/2014/main" id="{36AA2951-E4CC-6EA2-E440-636C4BA96E95}"/>
                </a:ext>
              </a:extLst>
            </p:cNvPr>
            <p:cNvSpPr txBox="1"/>
            <p:nvPr/>
          </p:nvSpPr>
          <p:spPr>
            <a:xfrm>
              <a:off x="1152111" y="2386808"/>
              <a:ext cx="9909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noProof="0" dirty="0"/>
                <a:t>his friend next week</a:t>
              </a:r>
            </a:p>
          </p:txBody>
        </p:sp>
        <p:sp>
          <p:nvSpPr>
            <p:cNvPr id="284" name="rbind:answers">
              <a:extLst>
                <a:ext uri="{FF2B5EF4-FFF2-40B4-BE49-F238E27FC236}">
                  <a16:creationId xmlns:a16="http://schemas.microsoft.com/office/drawing/2014/main" id="{69EB2520-B826-385A-D98C-96EB522D81C7}"/>
                </a:ext>
              </a:extLst>
            </p:cNvPr>
            <p:cNvSpPr txBox="1"/>
            <p:nvPr/>
          </p:nvSpPr>
          <p:spPr>
            <a:xfrm>
              <a:off x="1152111" y="2829301"/>
              <a:ext cx="99097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noProof="0" dirty="0"/>
                <a:t>English later</a:t>
              </a:r>
            </a:p>
          </p:txBody>
        </p:sp>
        <p:sp>
          <p:nvSpPr>
            <p:cNvPr id="285" name="rbind:answers">
              <a:extLst>
                <a:ext uri="{FF2B5EF4-FFF2-40B4-BE49-F238E27FC236}">
                  <a16:creationId xmlns:a16="http://schemas.microsoft.com/office/drawing/2014/main" id="{EB8A4A88-A424-6407-032D-1E4BA4B905F9}"/>
                </a:ext>
              </a:extLst>
            </p:cNvPr>
            <p:cNvSpPr txBox="1"/>
            <p:nvPr/>
          </p:nvSpPr>
          <p:spPr>
            <a:xfrm>
              <a:off x="1152111" y="3176482"/>
              <a:ext cx="9909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noProof="0" dirty="0"/>
                <a:t>France next summer</a:t>
              </a:r>
            </a:p>
          </p:txBody>
        </p:sp>
      </p:grpSp>
      <p:grpSp>
        <p:nvGrpSpPr>
          <p:cNvPr id="286" name="repeat:characters">
            <a:extLst>
              <a:ext uri="{FF2B5EF4-FFF2-40B4-BE49-F238E27FC236}">
                <a16:creationId xmlns:a16="http://schemas.microsoft.com/office/drawing/2014/main" id="{98B00602-B7A4-57B9-3D3A-A9E93301A196}"/>
              </a:ext>
            </a:extLst>
          </p:cNvPr>
          <p:cNvGrpSpPr/>
          <p:nvPr/>
        </p:nvGrpSpPr>
        <p:grpSpPr>
          <a:xfrm>
            <a:off x="4591796" y="6755187"/>
            <a:ext cx="2054622" cy="1653650"/>
            <a:chOff x="161930" y="1944956"/>
            <a:chExt cx="2054622" cy="1653650"/>
          </a:xfrm>
        </p:grpSpPr>
        <p:sp>
          <p:nvSpPr>
            <p:cNvPr id="287" name="Rectangle: Rounded Corners 286">
              <a:extLst>
                <a:ext uri="{FF2B5EF4-FFF2-40B4-BE49-F238E27FC236}">
                  <a16:creationId xmlns:a16="http://schemas.microsoft.com/office/drawing/2014/main" id="{6835CF79-9CBC-0589-535A-8394BAC19A01}"/>
                </a:ext>
              </a:extLst>
            </p:cNvPr>
            <p:cNvSpPr/>
            <p:nvPr/>
          </p:nvSpPr>
          <p:spPr>
            <a:xfrm>
              <a:off x="161930" y="1944956"/>
              <a:ext cx="2054622" cy="165365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288" name="Picture 287">
              <a:extLst>
                <a:ext uri="{FF2B5EF4-FFF2-40B4-BE49-F238E27FC236}">
                  <a16:creationId xmlns:a16="http://schemas.microsoft.com/office/drawing/2014/main" id="{9A401153-D7A1-7029-B141-4BA8427528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91465" y="2073961"/>
              <a:ext cx="630560" cy="697819"/>
            </a:xfrm>
            <a:prstGeom prst="rect">
              <a:avLst/>
            </a:prstGeom>
          </p:spPr>
        </p:pic>
        <p:sp>
          <p:nvSpPr>
            <p:cNvPr id="289" name="TextBox 288">
              <a:extLst>
                <a:ext uri="{FF2B5EF4-FFF2-40B4-BE49-F238E27FC236}">
                  <a16:creationId xmlns:a16="http://schemas.microsoft.com/office/drawing/2014/main" id="{DA757830-12A3-A5EC-DE85-FF2524FC8913}"/>
                </a:ext>
              </a:extLst>
            </p:cNvPr>
            <p:cNvSpPr txBox="1"/>
            <p:nvPr/>
          </p:nvSpPr>
          <p:spPr>
            <a:xfrm>
              <a:off x="164245" y="2763786"/>
              <a:ext cx="9144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b="1" noProof="0" dirty="0">
                  <a:latin typeface="Lato" panose="020F0502020204030203" pitchFamily="34" charset="0"/>
                </a:rPr>
                <a:t>Mark</a:t>
              </a:r>
            </a:p>
          </p:txBody>
        </p:sp>
        <p:pic>
          <p:nvPicPr>
            <p:cNvPr id="290" name="lookup:icon1">
              <a:extLst>
                <a:ext uri="{FF2B5EF4-FFF2-40B4-BE49-F238E27FC236}">
                  <a16:creationId xmlns:a16="http://schemas.microsoft.com/office/drawing/2014/main" id="{BEB7A81E-87A9-C2C8-7582-939C3A38EE4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01387" y="2057882"/>
              <a:ext cx="216000" cy="216000"/>
            </a:xfrm>
            <a:prstGeom prst="rect">
              <a:avLst/>
            </a:prstGeom>
          </p:spPr>
        </p:pic>
        <p:pic>
          <p:nvPicPr>
            <p:cNvPr id="291" name="lookup:icon2">
              <a:extLst>
                <a:ext uri="{FF2B5EF4-FFF2-40B4-BE49-F238E27FC236}">
                  <a16:creationId xmlns:a16="http://schemas.microsoft.com/office/drawing/2014/main" id="{C2532499-9163-A0C8-2BC9-21C3EE20732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01387" y="2455432"/>
              <a:ext cx="216000" cy="216000"/>
            </a:xfrm>
            <a:prstGeom prst="rect">
              <a:avLst/>
            </a:prstGeom>
          </p:spPr>
        </p:pic>
        <p:pic>
          <p:nvPicPr>
            <p:cNvPr id="292" name="lookup:icon3">
              <a:extLst>
                <a:ext uri="{FF2B5EF4-FFF2-40B4-BE49-F238E27FC236}">
                  <a16:creationId xmlns:a16="http://schemas.microsoft.com/office/drawing/2014/main" id="{03FCA767-7987-4E2E-F463-19B9D7DDF0D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01387" y="2852982"/>
              <a:ext cx="216000" cy="216000"/>
            </a:xfrm>
            <a:prstGeom prst="rect">
              <a:avLst/>
            </a:prstGeom>
          </p:spPr>
        </p:pic>
        <p:pic>
          <p:nvPicPr>
            <p:cNvPr id="293" name="lookup:icon4">
              <a:extLst>
                <a:ext uri="{FF2B5EF4-FFF2-40B4-BE49-F238E27FC236}">
                  <a16:creationId xmlns:a16="http://schemas.microsoft.com/office/drawing/2014/main" id="{D63719E4-FCD8-BE19-239A-47A858447A8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14114" y="3250532"/>
              <a:ext cx="209554" cy="216000"/>
            </a:xfrm>
            <a:prstGeom prst="rect">
              <a:avLst/>
            </a:prstGeom>
          </p:spPr>
        </p:pic>
        <p:sp>
          <p:nvSpPr>
            <p:cNvPr id="294" name="rbind:answers">
              <a:extLst>
                <a:ext uri="{FF2B5EF4-FFF2-40B4-BE49-F238E27FC236}">
                  <a16:creationId xmlns:a16="http://schemas.microsoft.com/office/drawing/2014/main" id="{803384DE-145C-716A-B50C-94B0B5A20504}"/>
                </a:ext>
              </a:extLst>
            </p:cNvPr>
            <p:cNvSpPr txBox="1"/>
            <p:nvPr/>
          </p:nvSpPr>
          <p:spPr>
            <a:xfrm>
              <a:off x="1154055" y="1996883"/>
              <a:ext cx="9909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noProof="0" dirty="0"/>
                <a:t>buy a pencil tomorrow</a:t>
              </a:r>
            </a:p>
          </p:txBody>
        </p:sp>
        <p:sp>
          <p:nvSpPr>
            <p:cNvPr id="295" name="rbind:answers">
              <a:extLst>
                <a:ext uri="{FF2B5EF4-FFF2-40B4-BE49-F238E27FC236}">
                  <a16:creationId xmlns:a16="http://schemas.microsoft.com/office/drawing/2014/main" id="{2A83CEE2-01C3-E3AA-A7EC-1067CF1814A1}"/>
                </a:ext>
              </a:extLst>
            </p:cNvPr>
            <p:cNvSpPr txBox="1"/>
            <p:nvPr/>
          </p:nvSpPr>
          <p:spPr>
            <a:xfrm>
              <a:off x="1152111" y="2386808"/>
              <a:ext cx="9909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noProof="0" dirty="0"/>
                <a:t>his friend next week</a:t>
              </a:r>
            </a:p>
          </p:txBody>
        </p:sp>
        <p:sp>
          <p:nvSpPr>
            <p:cNvPr id="296" name="rbind:answers">
              <a:extLst>
                <a:ext uri="{FF2B5EF4-FFF2-40B4-BE49-F238E27FC236}">
                  <a16:creationId xmlns:a16="http://schemas.microsoft.com/office/drawing/2014/main" id="{972AF9FD-A380-B810-FB9B-2C7C54DE9164}"/>
                </a:ext>
              </a:extLst>
            </p:cNvPr>
            <p:cNvSpPr txBox="1"/>
            <p:nvPr/>
          </p:nvSpPr>
          <p:spPr>
            <a:xfrm>
              <a:off x="1152111" y="2829301"/>
              <a:ext cx="99097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noProof="0" dirty="0"/>
                <a:t>English later</a:t>
              </a:r>
            </a:p>
          </p:txBody>
        </p:sp>
        <p:sp>
          <p:nvSpPr>
            <p:cNvPr id="297" name="rbind:answers">
              <a:extLst>
                <a:ext uri="{FF2B5EF4-FFF2-40B4-BE49-F238E27FC236}">
                  <a16:creationId xmlns:a16="http://schemas.microsoft.com/office/drawing/2014/main" id="{C04D85C2-AF28-D281-2C18-EAB91603C2A0}"/>
                </a:ext>
              </a:extLst>
            </p:cNvPr>
            <p:cNvSpPr txBox="1"/>
            <p:nvPr/>
          </p:nvSpPr>
          <p:spPr>
            <a:xfrm>
              <a:off x="1152111" y="3176482"/>
              <a:ext cx="9909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noProof="0" dirty="0"/>
                <a:t>France next summer</a:t>
              </a:r>
            </a:p>
          </p:txBody>
        </p:sp>
      </p:grpSp>
      <p:pic>
        <p:nvPicPr>
          <p:cNvPr id="358" name="Picture 357">
            <a:extLst>
              <a:ext uri="{FF2B5EF4-FFF2-40B4-BE49-F238E27FC236}">
                <a16:creationId xmlns:a16="http://schemas.microsoft.com/office/drawing/2014/main" id="{44159B7B-1316-98A8-F065-F3C49DBCB4E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4307251" y="6151454"/>
            <a:ext cx="642128" cy="642128"/>
          </a:xfrm>
          <a:prstGeom prst="rect">
            <a:avLst/>
          </a:prstGeom>
        </p:spPr>
      </p:pic>
      <p:pic>
        <p:nvPicPr>
          <p:cNvPr id="359" name="Picture 358">
            <a:extLst>
              <a:ext uri="{FF2B5EF4-FFF2-40B4-BE49-F238E27FC236}">
                <a16:creationId xmlns:a16="http://schemas.microsoft.com/office/drawing/2014/main" id="{B293AC80-3317-067A-9369-F687E607E0E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4231478" y="3983441"/>
            <a:ext cx="642128" cy="642128"/>
          </a:xfrm>
          <a:prstGeom prst="rect">
            <a:avLst/>
          </a:prstGeom>
        </p:spPr>
      </p:pic>
      <p:pic>
        <p:nvPicPr>
          <p:cNvPr id="360" name="Picture 359">
            <a:extLst>
              <a:ext uri="{FF2B5EF4-FFF2-40B4-BE49-F238E27FC236}">
                <a16:creationId xmlns:a16="http://schemas.microsoft.com/office/drawing/2014/main" id="{C89277EE-BED2-D9EC-0460-9DD0BF3A03B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1918661" y="6151454"/>
            <a:ext cx="642128" cy="642128"/>
          </a:xfrm>
          <a:prstGeom prst="rect">
            <a:avLst/>
          </a:prstGeom>
        </p:spPr>
      </p:pic>
      <p:pic>
        <p:nvPicPr>
          <p:cNvPr id="361" name="Picture 360">
            <a:extLst>
              <a:ext uri="{FF2B5EF4-FFF2-40B4-BE49-F238E27FC236}">
                <a16:creationId xmlns:a16="http://schemas.microsoft.com/office/drawing/2014/main" id="{B7197A09-A2E0-759A-780A-5777A858B7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582" y="506715"/>
            <a:ext cx="642128" cy="642128"/>
          </a:xfrm>
          <a:prstGeom prst="rect">
            <a:avLst/>
          </a:prstGeom>
        </p:spPr>
      </p:pic>
      <p:pic>
        <p:nvPicPr>
          <p:cNvPr id="362" name="Picture 361">
            <a:extLst>
              <a:ext uri="{FF2B5EF4-FFF2-40B4-BE49-F238E27FC236}">
                <a16:creationId xmlns:a16="http://schemas.microsoft.com/office/drawing/2014/main" id="{C509D14A-068C-96BE-682C-DB9827EEB5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7504" y="8709137"/>
            <a:ext cx="642128" cy="642128"/>
          </a:xfrm>
          <a:prstGeom prst="rect">
            <a:avLst/>
          </a:prstGeom>
        </p:spPr>
      </p:pic>
      <p:pic>
        <p:nvPicPr>
          <p:cNvPr id="363" name="Picture 362">
            <a:extLst>
              <a:ext uri="{FF2B5EF4-FFF2-40B4-BE49-F238E27FC236}">
                <a16:creationId xmlns:a16="http://schemas.microsoft.com/office/drawing/2014/main" id="{FD23392E-85A9-68AA-3FEC-8FD6BDF76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582" y="8668512"/>
            <a:ext cx="642128" cy="642128"/>
          </a:xfrm>
          <a:prstGeom prst="rect">
            <a:avLst/>
          </a:prstGeom>
        </p:spPr>
      </p:pic>
      <p:pic>
        <p:nvPicPr>
          <p:cNvPr id="364" name="Picture 363">
            <a:extLst>
              <a:ext uri="{FF2B5EF4-FFF2-40B4-BE49-F238E27FC236}">
                <a16:creationId xmlns:a16="http://schemas.microsoft.com/office/drawing/2014/main" id="{DD00CF94-C077-0523-38DA-3BC46C5D9BF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3589350" y="9030201"/>
            <a:ext cx="642128" cy="642128"/>
          </a:xfrm>
          <a:prstGeom prst="rect">
            <a:avLst/>
          </a:prstGeom>
        </p:spPr>
      </p:pic>
      <p:pic>
        <p:nvPicPr>
          <p:cNvPr id="365" name="Picture 364">
            <a:extLst>
              <a:ext uri="{FF2B5EF4-FFF2-40B4-BE49-F238E27FC236}">
                <a16:creationId xmlns:a16="http://schemas.microsoft.com/office/drawing/2014/main" id="{4D5488F9-169F-0210-CF6B-ECA93C24CD9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1855454" y="9030201"/>
            <a:ext cx="642128" cy="64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8350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88</TotalTime>
  <Words>173</Words>
  <Application>Microsoft Office PowerPoint</Application>
  <PresentationFormat>A4 Paper (210x297 mm)</PresentationFormat>
  <Paragraphs>56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Lato</vt:lpstr>
      <vt:lpstr>Lemon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Yahir Adrian Ortiz Estrella</dc:creator>
  <cp:lastModifiedBy>Yahir Adrian Ortiz Estrella</cp:lastModifiedBy>
  <cp:revision>2</cp:revision>
  <dcterms:created xsi:type="dcterms:W3CDTF">2026-07-15T21:54:23Z</dcterms:created>
  <dcterms:modified xsi:type="dcterms:W3CDTF">2026-08-21T01:16:31Z</dcterms:modified>
</cp:coreProperties>
</file>