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3"/>
  </p:notesMasterIdLst>
  <p:sldIdLst>
    <p:sldId id="256" r:id="rId2"/>
  </p:sldIdLst>
  <p:sldSz cx="7772400" cy="100584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D5FB29B2-EEB3-41BA-B983-AF0EA5F620D8}" v="8" dt="2026-03-11T23:17:45.816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 snapToObjects="1">
      <p:cViewPr varScale="1">
        <p:scale>
          <a:sx n="51" d="100"/>
          <a:sy n="51" d="100"/>
        </p:scale>
        <p:origin x="1872" y="53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microsoft.com/office/2016/11/relationships/changesInfo" Target="changesInfos/changesInfo1.xml"/><Relationship Id="rId3" Type="http://schemas.openxmlformats.org/officeDocument/2006/relationships/notesMaster" Target="notesMasters/notesMaster1.xml"/><Relationship Id="rId7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heme" Target="theme/theme1.xml"/><Relationship Id="rId5" Type="http://schemas.openxmlformats.org/officeDocument/2006/relationships/viewProps" Target="viewProps.xml"/><Relationship Id="rId4" Type="http://schemas.openxmlformats.org/officeDocument/2006/relationships/presProps" Target="presProps.xml"/><Relationship Id="rId9" Type="http://schemas.microsoft.com/office/2015/10/relationships/revisionInfo" Target="revisionInfo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Yahir Adrian Ortiz Estrella" userId="f05236199d9cb247" providerId="LiveId" clId="{3CBD77D6-72C8-44D6-A27B-976CC077C692}"/>
    <pc:docChg chg="modSld">
      <pc:chgData name="Yahir Adrian Ortiz Estrella" userId="f05236199d9cb247" providerId="LiveId" clId="{3CBD77D6-72C8-44D6-A27B-976CC077C692}" dt="2026-03-11T23:17:45.816" v="28"/>
      <pc:docMkLst>
        <pc:docMk/>
      </pc:docMkLst>
      <pc:sldChg chg="addSp modSp mod">
        <pc:chgData name="Yahir Adrian Ortiz Estrella" userId="f05236199d9cb247" providerId="LiveId" clId="{3CBD77D6-72C8-44D6-A27B-976CC077C692}" dt="2026-03-11T23:17:06.808" v="26" actId="122"/>
        <pc:sldMkLst>
          <pc:docMk/>
          <pc:sldMk cId="0" sldId="256"/>
        </pc:sldMkLst>
        <pc:spChg chg="mod">
          <ac:chgData name="Yahir Adrian Ortiz Estrella" userId="f05236199d9cb247" providerId="LiveId" clId="{3CBD77D6-72C8-44D6-A27B-976CC077C692}" dt="2026-03-11T23:16:53.502" v="17" actId="122"/>
          <ac:spMkLst>
            <pc:docMk/>
            <pc:sldMk cId="0" sldId="256"/>
            <ac:spMk id="2" creationId="{00000000-0000-0000-0000-000000000000}"/>
          </ac:spMkLst>
        </pc:spChg>
        <pc:spChg chg="mod">
          <ac:chgData name="Yahir Adrian Ortiz Estrella" userId="f05236199d9cb247" providerId="LiveId" clId="{3CBD77D6-72C8-44D6-A27B-976CC077C692}" dt="2026-03-11T23:16:55.366" v="18" actId="122"/>
          <ac:spMkLst>
            <pc:docMk/>
            <pc:sldMk cId="0" sldId="256"/>
            <ac:spMk id="3" creationId="{00000000-0000-0000-0000-000000000000}"/>
          </ac:spMkLst>
        </pc:spChg>
        <pc:spChg chg="mod">
          <ac:chgData name="Yahir Adrian Ortiz Estrella" userId="f05236199d9cb247" providerId="LiveId" clId="{3CBD77D6-72C8-44D6-A27B-976CC077C692}" dt="2026-03-11T23:16:56.713" v="19" actId="122"/>
          <ac:spMkLst>
            <pc:docMk/>
            <pc:sldMk cId="0" sldId="256"/>
            <ac:spMk id="4" creationId="{00000000-0000-0000-0000-000000000000}"/>
          </ac:spMkLst>
        </pc:spChg>
        <pc:spChg chg="mod">
          <ac:chgData name="Yahir Adrian Ortiz Estrella" userId="f05236199d9cb247" providerId="LiveId" clId="{3CBD77D6-72C8-44D6-A27B-976CC077C692}" dt="2026-03-11T23:16:58.185" v="20" actId="122"/>
          <ac:spMkLst>
            <pc:docMk/>
            <pc:sldMk cId="0" sldId="256"/>
            <ac:spMk id="5" creationId="{00000000-0000-0000-0000-000000000000}"/>
          </ac:spMkLst>
        </pc:spChg>
        <pc:spChg chg="mod">
          <ac:chgData name="Yahir Adrian Ortiz Estrella" userId="f05236199d9cb247" providerId="LiveId" clId="{3CBD77D6-72C8-44D6-A27B-976CC077C692}" dt="2026-03-11T23:16:59.235" v="21" actId="122"/>
          <ac:spMkLst>
            <pc:docMk/>
            <pc:sldMk cId="0" sldId="256"/>
            <ac:spMk id="6" creationId="{00000000-0000-0000-0000-000000000000}"/>
          </ac:spMkLst>
        </pc:spChg>
        <pc:spChg chg="mod">
          <ac:chgData name="Yahir Adrian Ortiz Estrella" userId="f05236199d9cb247" providerId="LiveId" clId="{3CBD77D6-72C8-44D6-A27B-976CC077C692}" dt="2026-03-11T23:17:00.685" v="22" actId="122"/>
          <ac:spMkLst>
            <pc:docMk/>
            <pc:sldMk cId="0" sldId="256"/>
            <ac:spMk id="7" creationId="{00000000-0000-0000-0000-000000000000}"/>
          </ac:spMkLst>
        </pc:spChg>
        <pc:spChg chg="mod">
          <ac:chgData name="Yahir Adrian Ortiz Estrella" userId="f05236199d9cb247" providerId="LiveId" clId="{3CBD77D6-72C8-44D6-A27B-976CC077C692}" dt="2026-03-11T23:17:02.843" v="23" actId="122"/>
          <ac:spMkLst>
            <pc:docMk/>
            <pc:sldMk cId="0" sldId="256"/>
            <ac:spMk id="8" creationId="{00000000-0000-0000-0000-000000000000}"/>
          </ac:spMkLst>
        </pc:spChg>
        <pc:spChg chg="mod">
          <ac:chgData name="Yahir Adrian Ortiz Estrella" userId="f05236199d9cb247" providerId="LiveId" clId="{3CBD77D6-72C8-44D6-A27B-976CC077C692}" dt="2026-03-11T23:17:04.036" v="24" actId="122"/>
          <ac:spMkLst>
            <pc:docMk/>
            <pc:sldMk cId="0" sldId="256"/>
            <ac:spMk id="9" creationId="{00000000-0000-0000-0000-000000000000}"/>
          </ac:spMkLst>
        </pc:spChg>
        <pc:spChg chg="mod">
          <ac:chgData name="Yahir Adrian Ortiz Estrella" userId="f05236199d9cb247" providerId="LiveId" clId="{3CBD77D6-72C8-44D6-A27B-976CC077C692}" dt="2026-03-11T23:17:05.391" v="25" actId="122"/>
          <ac:spMkLst>
            <pc:docMk/>
            <pc:sldMk cId="0" sldId="256"/>
            <ac:spMk id="10" creationId="{00000000-0000-0000-0000-000000000000}"/>
          </ac:spMkLst>
        </pc:spChg>
        <pc:spChg chg="mod">
          <ac:chgData name="Yahir Adrian Ortiz Estrella" userId="f05236199d9cb247" providerId="LiveId" clId="{3CBD77D6-72C8-44D6-A27B-976CC077C692}" dt="2026-03-11T23:17:06.808" v="26" actId="122"/>
          <ac:spMkLst>
            <pc:docMk/>
            <pc:sldMk cId="0" sldId="256"/>
            <ac:spMk id="11" creationId="{00000000-0000-0000-0000-000000000000}"/>
          </ac:spMkLst>
        </pc:spChg>
        <pc:spChg chg="add mod">
          <ac:chgData name="Yahir Adrian Ortiz Estrella" userId="f05236199d9cb247" providerId="LiveId" clId="{3CBD77D6-72C8-44D6-A27B-976CC077C692}" dt="2026-03-11T23:16:36.978" v="14" actId="2085"/>
          <ac:spMkLst>
            <pc:docMk/>
            <pc:sldMk cId="0" sldId="256"/>
            <ac:spMk id="12" creationId="{ECF5FF8C-7E75-E181-FC44-D880A76BFAAF}"/>
          </ac:spMkLst>
        </pc:spChg>
        <pc:spChg chg="add mod">
          <ac:chgData name="Yahir Adrian Ortiz Estrella" userId="f05236199d9cb247" providerId="LiveId" clId="{3CBD77D6-72C8-44D6-A27B-976CC077C692}" dt="2026-03-11T23:16:36.978" v="14" actId="2085"/>
          <ac:spMkLst>
            <pc:docMk/>
            <pc:sldMk cId="0" sldId="256"/>
            <ac:spMk id="13" creationId="{81C6A5B2-5841-D363-360E-1D58B495093A}"/>
          </ac:spMkLst>
        </pc:spChg>
        <pc:spChg chg="add mod">
          <ac:chgData name="Yahir Adrian Ortiz Estrella" userId="f05236199d9cb247" providerId="LiveId" clId="{3CBD77D6-72C8-44D6-A27B-976CC077C692}" dt="2026-03-11T23:16:36.978" v="14" actId="2085"/>
          <ac:spMkLst>
            <pc:docMk/>
            <pc:sldMk cId="0" sldId="256"/>
            <ac:spMk id="14" creationId="{A4DBB08B-1E22-E2EE-B6B8-1E7CB137A5C1}"/>
          </ac:spMkLst>
        </pc:spChg>
        <pc:spChg chg="add mod">
          <ac:chgData name="Yahir Adrian Ortiz Estrella" userId="f05236199d9cb247" providerId="LiveId" clId="{3CBD77D6-72C8-44D6-A27B-976CC077C692}" dt="2026-03-11T23:16:24.043" v="11" actId="2085"/>
          <ac:spMkLst>
            <pc:docMk/>
            <pc:sldMk cId="0" sldId="256"/>
            <ac:spMk id="15" creationId="{00EC514B-CD88-C161-E3D2-E0989C6AED31}"/>
          </ac:spMkLst>
        </pc:spChg>
        <pc:spChg chg="add mod">
          <ac:chgData name="Yahir Adrian Ortiz Estrella" userId="f05236199d9cb247" providerId="LiveId" clId="{3CBD77D6-72C8-44D6-A27B-976CC077C692}" dt="2026-03-11T23:16:31.833" v="13" actId="207"/>
          <ac:spMkLst>
            <pc:docMk/>
            <pc:sldMk cId="0" sldId="256"/>
            <ac:spMk id="16" creationId="{EDD9BB94-997B-AD51-D5AD-BAC41265A65A}"/>
          </ac:spMkLst>
        </pc:spChg>
        <pc:spChg chg="add mod">
          <ac:chgData name="Yahir Adrian Ortiz Estrella" userId="f05236199d9cb247" providerId="LiveId" clId="{3CBD77D6-72C8-44D6-A27B-976CC077C692}" dt="2026-03-11T23:16:41.043" v="15" actId="571"/>
          <ac:spMkLst>
            <pc:docMk/>
            <pc:sldMk cId="0" sldId="256"/>
            <ac:spMk id="17" creationId="{406E5E14-F39C-9E7D-BD86-A21408C8A2C9}"/>
          </ac:spMkLst>
        </pc:spChg>
        <pc:spChg chg="add mod">
          <ac:chgData name="Yahir Adrian Ortiz Estrella" userId="f05236199d9cb247" providerId="LiveId" clId="{3CBD77D6-72C8-44D6-A27B-976CC077C692}" dt="2026-03-11T23:16:41.043" v="15" actId="571"/>
          <ac:spMkLst>
            <pc:docMk/>
            <pc:sldMk cId="0" sldId="256"/>
            <ac:spMk id="18" creationId="{18529E87-1FCB-49B4-B574-466CCB5F82BA}"/>
          </ac:spMkLst>
        </pc:spChg>
        <pc:spChg chg="add mod">
          <ac:chgData name="Yahir Adrian Ortiz Estrella" userId="f05236199d9cb247" providerId="LiveId" clId="{3CBD77D6-72C8-44D6-A27B-976CC077C692}" dt="2026-03-11T23:16:41.043" v="15" actId="571"/>
          <ac:spMkLst>
            <pc:docMk/>
            <pc:sldMk cId="0" sldId="256"/>
            <ac:spMk id="19" creationId="{BD4D1176-C3BF-F64D-7672-E2857931D71A}"/>
          </ac:spMkLst>
        </pc:spChg>
        <pc:spChg chg="add mod">
          <ac:chgData name="Yahir Adrian Ortiz Estrella" userId="f05236199d9cb247" providerId="LiveId" clId="{3CBD77D6-72C8-44D6-A27B-976CC077C692}" dt="2026-03-11T23:16:48.957" v="16" actId="571"/>
          <ac:spMkLst>
            <pc:docMk/>
            <pc:sldMk cId="0" sldId="256"/>
            <ac:spMk id="20" creationId="{EB778D72-D177-4683-750E-40C6686CA073}"/>
          </ac:spMkLst>
        </pc:spChg>
        <pc:spChg chg="add mod">
          <ac:chgData name="Yahir Adrian Ortiz Estrella" userId="f05236199d9cb247" providerId="LiveId" clId="{3CBD77D6-72C8-44D6-A27B-976CC077C692}" dt="2026-03-11T23:16:48.957" v="16" actId="571"/>
          <ac:spMkLst>
            <pc:docMk/>
            <pc:sldMk cId="0" sldId="256"/>
            <ac:spMk id="21" creationId="{D0B894DA-57BE-A345-AC02-58F7612E4C5C}"/>
          </ac:spMkLst>
        </pc:spChg>
      </pc:sldChg>
      <pc:sldChg chg="addSp modSp mod">
        <pc:chgData name="Yahir Adrian Ortiz Estrella" userId="f05236199d9cb247" providerId="LiveId" clId="{3CBD77D6-72C8-44D6-A27B-976CC077C692}" dt="2026-03-11T23:17:43.366" v="27"/>
        <pc:sldMkLst>
          <pc:docMk/>
          <pc:sldMk cId="0" sldId="257"/>
        </pc:sldMkLst>
        <pc:spChg chg="mod">
          <ac:chgData name="Yahir Adrian Ortiz Estrella" userId="f05236199d9cb247" providerId="LiveId" clId="{3CBD77D6-72C8-44D6-A27B-976CC077C692}" dt="2026-03-11T23:15:20.624" v="1" actId="13822"/>
          <ac:spMkLst>
            <pc:docMk/>
            <pc:sldMk cId="0" sldId="257"/>
            <ac:spMk id="2" creationId="{00000000-0000-0000-0000-000000000000}"/>
          </ac:spMkLst>
        </pc:spChg>
        <pc:spChg chg="mod">
          <ac:chgData name="Yahir Adrian Ortiz Estrella" userId="f05236199d9cb247" providerId="LiveId" clId="{3CBD77D6-72C8-44D6-A27B-976CC077C692}" dt="2026-03-11T23:15:20.624" v="1" actId="13822"/>
          <ac:spMkLst>
            <pc:docMk/>
            <pc:sldMk cId="0" sldId="257"/>
            <ac:spMk id="3" creationId="{00000000-0000-0000-0000-000000000000}"/>
          </ac:spMkLst>
        </pc:spChg>
        <pc:spChg chg="mod">
          <ac:chgData name="Yahir Adrian Ortiz Estrella" userId="f05236199d9cb247" providerId="LiveId" clId="{3CBD77D6-72C8-44D6-A27B-976CC077C692}" dt="2026-03-11T23:15:20.624" v="1" actId="13822"/>
          <ac:spMkLst>
            <pc:docMk/>
            <pc:sldMk cId="0" sldId="257"/>
            <ac:spMk id="4" creationId="{00000000-0000-0000-0000-000000000000}"/>
          </ac:spMkLst>
        </pc:spChg>
        <pc:spChg chg="mod">
          <ac:chgData name="Yahir Adrian Ortiz Estrella" userId="f05236199d9cb247" providerId="LiveId" clId="{3CBD77D6-72C8-44D6-A27B-976CC077C692}" dt="2026-03-11T23:15:20.624" v="1" actId="13822"/>
          <ac:spMkLst>
            <pc:docMk/>
            <pc:sldMk cId="0" sldId="257"/>
            <ac:spMk id="5" creationId="{00000000-0000-0000-0000-000000000000}"/>
          </ac:spMkLst>
        </pc:spChg>
        <pc:spChg chg="mod">
          <ac:chgData name="Yahir Adrian Ortiz Estrella" userId="f05236199d9cb247" providerId="LiveId" clId="{3CBD77D6-72C8-44D6-A27B-976CC077C692}" dt="2026-03-11T23:15:20.624" v="1" actId="13822"/>
          <ac:spMkLst>
            <pc:docMk/>
            <pc:sldMk cId="0" sldId="257"/>
            <ac:spMk id="6" creationId="{00000000-0000-0000-0000-000000000000}"/>
          </ac:spMkLst>
        </pc:spChg>
        <pc:spChg chg="mod">
          <ac:chgData name="Yahir Adrian Ortiz Estrella" userId="f05236199d9cb247" providerId="LiveId" clId="{3CBD77D6-72C8-44D6-A27B-976CC077C692}" dt="2026-03-11T23:15:20.624" v="1" actId="13822"/>
          <ac:spMkLst>
            <pc:docMk/>
            <pc:sldMk cId="0" sldId="257"/>
            <ac:spMk id="7" creationId="{00000000-0000-0000-0000-000000000000}"/>
          </ac:spMkLst>
        </pc:spChg>
        <pc:spChg chg="mod">
          <ac:chgData name="Yahir Adrian Ortiz Estrella" userId="f05236199d9cb247" providerId="LiveId" clId="{3CBD77D6-72C8-44D6-A27B-976CC077C692}" dt="2026-03-11T23:15:20.624" v="1" actId="13822"/>
          <ac:spMkLst>
            <pc:docMk/>
            <pc:sldMk cId="0" sldId="257"/>
            <ac:spMk id="8" creationId="{00000000-0000-0000-0000-000000000000}"/>
          </ac:spMkLst>
        </pc:spChg>
        <pc:spChg chg="mod">
          <ac:chgData name="Yahir Adrian Ortiz Estrella" userId="f05236199d9cb247" providerId="LiveId" clId="{3CBD77D6-72C8-44D6-A27B-976CC077C692}" dt="2026-03-11T23:15:20.624" v="1" actId="13822"/>
          <ac:spMkLst>
            <pc:docMk/>
            <pc:sldMk cId="0" sldId="257"/>
            <ac:spMk id="9" creationId="{00000000-0000-0000-0000-000000000000}"/>
          </ac:spMkLst>
        </pc:spChg>
        <pc:spChg chg="mod">
          <ac:chgData name="Yahir Adrian Ortiz Estrella" userId="f05236199d9cb247" providerId="LiveId" clId="{3CBD77D6-72C8-44D6-A27B-976CC077C692}" dt="2026-03-11T23:15:20.624" v="1" actId="13822"/>
          <ac:spMkLst>
            <pc:docMk/>
            <pc:sldMk cId="0" sldId="257"/>
            <ac:spMk id="10" creationId="{00000000-0000-0000-0000-000000000000}"/>
          </ac:spMkLst>
        </pc:spChg>
        <pc:spChg chg="mod">
          <ac:chgData name="Yahir Adrian Ortiz Estrella" userId="f05236199d9cb247" providerId="LiveId" clId="{3CBD77D6-72C8-44D6-A27B-976CC077C692}" dt="2026-03-11T23:15:20.624" v="1" actId="13822"/>
          <ac:spMkLst>
            <pc:docMk/>
            <pc:sldMk cId="0" sldId="257"/>
            <ac:spMk id="11" creationId="{00000000-0000-0000-0000-000000000000}"/>
          </ac:spMkLst>
        </pc:spChg>
        <pc:spChg chg="add mod">
          <ac:chgData name="Yahir Adrian Ortiz Estrella" userId="f05236199d9cb247" providerId="LiveId" clId="{3CBD77D6-72C8-44D6-A27B-976CC077C692}" dt="2026-03-11T23:17:43.366" v="27"/>
          <ac:spMkLst>
            <pc:docMk/>
            <pc:sldMk cId="0" sldId="257"/>
            <ac:spMk id="12" creationId="{B7A1BF37-4BD5-B429-7EF4-B302413FD37E}"/>
          </ac:spMkLst>
        </pc:spChg>
        <pc:spChg chg="add mod">
          <ac:chgData name="Yahir Adrian Ortiz Estrella" userId="f05236199d9cb247" providerId="LiveId" clId="{3CBD77D6-72C8-44D6-A27B-976CC077C692}" dt="2026-03-11T23:17:43.366" v="27"/>
          <ac:spMkLst>
            <pc:docMk/>
            <pc:sldMk cId="0" sldId="257"/>
            <ac:spMk id="13" creationId="{31F70EED-A781-6E86-D5E8-19B045C3E995}"/>
          </ac:spMkLst>
        </pc:spChg>
        <pc:spChg chg="add mod">
          <ac:chgData name="Yahir Adrian Ortiz Estrella" userId="f05236199d9cb247" providerId="LiveId" clId="{3CBD77D6-72C8-44D6-A27B-976CC077C692}" dt="2026-03-11T23:17:43.366" v="27"/>
          <ac:spMkLst>
            <pc:docMk/>
            <pc:sldMk cId="0" sldId="257"/>
            <ac:spMk id="14" creationId="{175BCE5B-E3B9-9A51-597B-E2CFA56572FF}"/>
          </ac:spMkLst>
        </pc:spChg>
        <pc:spChg chg="add mod">
          <ac:chgData name="Yahir Adrian Ortiz Estrella" userId="f05236199d9cb247" providerId="LiveId" clId="{3CBD77D6-72C8-44D6-A27B-976CC077C692}" dt="2026-03-11T23:17:43.366" v="27"/>
          <ac:spMkLst>
            <pc:docMk/>
            <pc:sldMk cId="0" sldId="257"/>
            <ac:spMk id="15" creationId="{8700E818-4800-11D0-DC23-9DEC8DA26C5A}"/>
          </ac:spMkLst>
        </pc:spChg>
        <pc:spChg chg="add mod">
          <ac:chgData name="Yahir Adrian Ortiz Estrella" userId="f05236199d9cb247" providerId="LiveId" clId="{3CBD77D6-72C8-44D6-A27B-976CC077C692}" dt="2026-03-11T23:17:43.366" v="27"/>
          <ac:spMkLst>
            <pc:docMk/>
            <pc:sldMk cId="0" sldId="257"/>
            <ac:spMk id="16" creationId="{058D1234-E1E3-F043-F997-937C4148D26C}"/>
          </ac:spMkLst>
        </pc:spChg>
        <pc:spChg chg="add mod">
          <ac:chgData name="Yahir Adrian Ortiz Estrella" userId="f05236199d9cb247" providerId="LiveId" clId="{3CBD77D6-72C8-44D6-A27B-976CC077C692}" dt="2026-03-11T23:17:43.366" v="27"/>
          <ac:spMkLst>
            <pc:docMk/>
            <pc:sldMk cId="0" sldId="257"/>
            <ac:spMk id="17" creationId="{AF4534CD-9171-7022-1D5D-90FC481FA424}"/>
          </ac:spMkLst>
        </pc:spChg>
        <pc:spChg chg="add mod">
          <ac:chgData name="Yahir Adrian Ortiz Estrella" userId="f05236199d9cb247" providerId="LiveId" clId="{3CBD77D6-72C8-44D6-A27B-976CC077C692}" dt="2026-03-11T23:17:43.366" v="27"/>
          <ac:spMkLst>
            <pc:docMk/>
            <pc:sldMk cId="0" sldId="257"/>
            <ac:spMk id="18" creationId="{6622AA48-BD18-CD87-6698-96D3D2C57E57}"/>
          </ac:spMkLst>
        </pc:spChg>
        <pc:spChg chg="add mod">
          <ac:chgData name="Yahir Adrian Ortiz Estrella" userId="f05236199d9cb247" providerId="LiveId" clId="{3CBD77D6-72C8-44D6-A27B-976CC077C692}" dt="2026-03-11T23:17:43.366" v="27"/>
          <ac:spMkLst>
            <pc:docMk/>
            <pc:sldMk cId="0" sldId="257"/>
            <ac:spMk id="19" creationId="{A8F86979-18B5-7960-2AD7-CCFAC71D3908}"/>
          </ac:spMkLst>
        </pc:spChg>
        <pc:spChg chg="add mod">
          <ac:chgData name="Yahir Adrian Ortiz Estrella" userId="f05236199d9cb247" providerId="LiveId" clId="{3CBD77D6-72C8-44D6-A27B-976CC077C692}" dt="2026-03-11T23:17:43.366" v="27"/>
          <ac:spMkLst>
            <pc:docMk/>
            <pc:sldMk cId="0" sldId="257"/>
            <ac:spMk id="20" creationId="{27FD4022-0002-AEB6-21A8-FCD15BD760BF}"/>
          </ac:spMkLst>
        </pc:spChg>
        <pc:spChg chg="add mod">
          <ac:chgData name="Yahir Adrian Ortiz Estrella" userId="f05236199d9cb247" providerId="LiveId" clId="{3CBD77D6-72C8-44D6-A27B-976CC077C692}" dt="2026-03-11T23:17:43.366" v="27"/>
          <ac:spMkLst>
            <pc:docMk/>
            <pc:sldMk cId="0" sldId="257"/>
            <ac:spMk id="21" creationId="{A5D0F54F-9A8F-CF11-FC19-7399E5FDF040}"/>
          </ac:spMkLst>
        </pc:spChg>
      </pc:sldChg>
      <pc:sldChg chg="addSp modSp mod">
        <pc:chgData name="Yahir Adrian Ortiz Estrella" userId="f05236199d9cb247" providerId="LiveId" clId="{3CBD77D6-72C8-44D6-A27B-976CC077C692}" dt="2026-03-11T23:17:45.816" v="28"/>
        <pc:sldMkLst>
          <pc:docMk/>
          <pc:sldMk cId="0" sldId="258"/>
        </pc:sldMkLst>
        <pc:spChg chg="mod">
          <ac:chgData name="Yahir Adrian Ortiz Estrella" userId="f05236199d9cb247" providerId="LiveId" clId="{3CBD77D6-72C8-44D6-A27B-976CC077C692}" dt="2026-03-11T23:15:25.789" v="2" actId="13822"/>
          <ac:spMkLst>
            <pc:docMk/>
            <pc:sldMk cId="0" sldId="258"/>
            <ac:spMk id="2" creationId="{00000000-0000-0000-0000-000000000000}"/>
          </ac:spMkLst>
        </pc:spChg>
        <pc:spChg chg="mod">
          <ac:chgData name="Yahir Adrian Ortiz Estrella" userId="f05236199d9cb247" providerId="LiveId" clId="{3CBD77D6-72C8-44D6-A27B-976CC077C692}" dt="2026-03-11T23:15:25.789" v="2" actId="13822"/>
          <ac:spMkLst>
            <pc:docMk/>
            <pc:sldMk cId="0" sldId="258"/>
            <ac:spMk id="3" creationId="{00000000-0000-0000-0000-000000000000}"/>
          </ac:spMkLst>
        </pc:spChg>
        <pc:spChg chg="mod">
          <ac:chgData name="Yahir Adrian Ortiz Estrella" userId="f05236199d9cb247" providerId="LiveId" clId="{3CBD77D6-72C8-44D6-A27B-976CC077C692}" dt="2026-03-11T23:15:25.789" v="2" actId="13822"/>
          <ac:spMkLst>
            <pc:docMk/>
            <pc:sldMk cId="0" sldId="258"/>
            <ac:spMk id="4" creationId="{00000000-0000-0000-0000-000000000000}"/>
          </ac:spMkLst>
        </pc:spChg>
        <pc:spChg chg="mod">
          <ac:chgData name="Yahir Adrian Ortiz Estrella" userId="f05236199d9cb247" providerId="LiveId" clId="{3CBD77D6-72C8-44D6-A27B-976CC077C692}" dt="2026-03-11T23:15:25.789" v="2" actId="13822"/>
          <ac:spMkLst>
            <pc:docMk/>
            <pc:sldMk cId="0" sldId="258"/>
            <ac:spMk id="5" creationId="{00000000-0000-0000-0000-000000000000}"/>
          </ac:spMkLst>
        </pc:spChg>
        <pc:spChg chg="mod">
          <ac:chgData name="Yahir Adrian Ortiz Estrella" userId="f05236199d9cb247" providerId="LiveId" clId="{3CBD77D6-72C8-44D6-A27B-976CC077C692}" dt="2026-03-11T23:15:25.789" v="2" actId="13822"/>
          <ac:spMkLst>
            <pc:docMk/>
            <pc:sldMk cId="0" sldId="258"/>
            <ac:spMk id="6" creationId="{00000000-0000-0000-0000-000000000000}"/>
          </ac:spMkLst>
        </pc:spChg>
        <pc:spChg chg="mod">
          <ac:chgData name="Yahir Adrian Ortiz Estrella" userId="f05236199d9cb247" providerId="LiveId" clId="{3CBD77D6-72C8-44D6-A27B-976CC077C692}" dt="2026-03-11T23:15:25.789" v="2" actId="13822"/>
          <ac:spMkLst>
            <pc:docMk/>
            <pc:sldMk cId="0" sldId="258"/>
            <ac:spMk id="7" creationId="{00000000-0000-0000-0000-000000000000}"/>
          </ac:spMkLst>
        </pc:spChg>
        <pc:spChg chg="mod">
          <ac:chgData name="Yahir Adrian Ortiz Estrella" userId="f05236199d9cb247" providerId="LiveId" clId="{3CBD77D6-72C8-44D6-A27B-976CC077C692}" dt="2026-03-11T23:15:25.789" v="2" actId="13822"/>
          <ac:spMkLst>
            <pc:docMk/>
            <pc:sldMk cId="0" sldId="258"/>
            <ac:spMk id="8" creationId="{00000000-0000-0000-0000-000000000000}"/>
          </ac:spMkLst>
        </pc:spChg>
        <pc:spChg chg="mod">
          <ac:chgData name="Yahir Adrian Ortiz Estrella" userId="f05236199d9cb247" providerId="LiveId" clId="{3CBD77D6-72C8-44D6-A27B-976CC077C692}" dt="2026-03-11T23:15:25.789" v="2" actId="13822"/>
          <ac:spMkLst>
            <pc:docMk/>
            <pc:sldMk cId="0" sldId="258"/>
            <ac:spMk id="9" creationId="{00000000-0000-0000-0000-000000000000}"/>
          </ac:spMkLst>
        </pc:spChg>
        <pc:spChg chg="mod">
          <ac:chgData name="Yahir Adrian Ortiz Estrella" userId="f05236199d9cb247" providerId="LiveId" clId="{3CBD77D6-72C8-44D6-A27B-976CC077C692}" dt="2026-03-11T23:15:25.789" v="2" actId="13822"/>
          <ac:spMkLst>
            <pc:docMk/>
            <pc:sldMk cId="0" sldId="258"/>
            <ac:spMk id="10" creationId="{00000000-0000-0000-0000-000000000000}"/>
          </ac:spMkLst>
        </pc:spChg>
        <pc:spChg chg="mod">
          <ac:chgData name="Yahir Adrian Ortiz Estrella" userId="f05236199d9cb247" providerId="LiveId" clId="{3CBD77D6-72C8-44D6-A27B-976CC077C692}" dt="2026-03-11T23:15:25.789" v="2" actId="13822"/>
          <ac:spMkLst>
            <pc:docMk/>
            <pc:sldMk cId="0" sldId="258"/>
            <ac:spMk id="11" creationId="{00000000-0000-0000-0000-000000000000}"/>
          </ac:spMkLst>
        </pc:spChg>
        <pc:spChg chg="add mod">
          <ac:chgData name="Yahir Adrian Ortiz Estrella" userId="f05236199d9cb247" providerId="LiveId" clId="{3CBD77D6-72C8-44D6-A27B-976CC077C692}" dt="2026-03-11T23:17:45.816" v="28"/>
          <ac:spMkLst>
            <pc:docMk/>
            <pc:sldMk cId="0" sldId="258"/>
            <ac:spMk id="12" creationId="{46923CB0-7CED-5A14-0894-B6661EB05289}"/>
          </ac:spMkLst>
        </pc:spChg>
        <pc:spChg chg="add mod">
          <ac:chgData name="Yahir Adrian Ortiz Estrella" userId="f05236199d9cb247" providerId="LiveId" clId="{3CBD77D6-72C8-44D6-A27B-976CC077C692}" dt="2026-03-11T23:17:45.816" v="28"/>
          <ac:spMkLst>
            <pc:docMk/>
            <pc:sldMk cId="0" sldId="258"/>
            <ac:spMk id="13" creationId="{CAB5D600-0E2F-B95E-F880-156F448F1D2E}"/>
          </ac:spMkLst>
        </pc:spChg>
        <pc:spChg chg="add mod">
          <ac:chgData name="Yahir Adrian Ortiz Estrella" userId="f05236199d9cb247" providerId="LiveId" clId="{3CBD77D6-72C8-44D6-A27B-976CC077C692}" dt="2026-03-11T23:17:45.816" v="28"/>
          <ac:spMkLst>
            <pc:docMk/>
            <pc:sldMk cId="0" sldId="258"/>
            <ac:spMk id="14" creationId="{856A881B-FB45-34E7-8CB2-E2F95CABC825}"/>
          </ac:spMkLst>
        </pc:spChg>
        <pc:spChg chg="add mod">
          <ac:chgData name="Yahir Adrian Ortiz Estrella" userId="f05236199d9cb247" providerId="LiveId" clId="{3CBD77D6-72C8-44D6-A27B-976CC077C692}" dt="2026-03-11T23:17:45.816" v="28"/>
          <ac:spMkLst>
            <pc:docMk/>
            <pc:sldMk cId="0" sldId="258"/>
            <ac:spMk id="15" creationId="{87874172-E4DC-5B23-8AF6-912060C6F149}"/>
          </ac:spMkLst>
        </pc:spChg>
        <pc:spChg chg="add mod">
          <ac:chgData name="Yahir Adrian Ortiz Estrella" userId="f05236199d9cb247" providerId="LiveId" clId="{3CBD77D6-72C8-44D6-A27B-976CC077C692}" dt="2026-03-11T23:17:45.816" v="28"/>
          <ac:spMkLst>
            <pc:docMk/>
            <pc:sldMk cId="0" sldId="258"/>
            <ac:spMk id="16" creationId="{1E9F212E-C17A-03DF-77AB-7DA849932721}"/>
          </ac:spMkLst>
        </pc:spChg>
        <pc:spChg chg="add mod">
          <ac:chgData name="Yahir Adrian Ortiz Estrella" userId="f05236199d9cb247" providerId="LiveId" clId="{3CBD77D6-72C8-44D6-A27B-976CC077C692}" dt="2026-03-11T23:17:45.816" v="28"/>
          <ac:spMkLst>
            <pc:docMk/>
            <pc:sldMk cId="0" sldId="258"/>
            <ac:spMk id="17" creationId="{C98E114E-A221-6F23-09CE-4AEEF865ECB1}"/>
          </ac:spMkLst>
        </pc:spChg>
        <pc:spChg chg="add mod">
          <ac:chgData name="Yahir Adrian Ortiz Estrella" userId="f05236199d9cb247" providerId="LiveId" clId="{3CBD77D6-72C8-44D6-A27B-976CC077C692}" dt="2026-03-11T23:17:45.816" v="28"/>
          <ac:spMkLst>
            <pc:docMk/>
            <pc:sldMk cId="0" sldId="258"/>
            <ac:spMk id="18" creationId="{D56A2EBE-85AE-00BE-4040-792633843DD4}"/>
          </ac:spMkLst>
        </pc:spChg>
        <pc:spChg chg="add mod">
          <ac:chgData name="Yahir Adrian Ortiz Estrella" userId="f05236199d9cb247" providerId="LiveId" clId="{3CBD77D6-72C8-44D6-A27B-976CC077C692}" dt="2026-03-11T23:17:45.816" v="28"/>
          <ac:spMkLst>
            <pc:docMk/>
            <pc:sldMk cId="0" sldId="258"/>
            <ac:spMk id="19" creationId="{9BCB9DA7-6D49-330F-953D-08A64CAC85F2}"/>
          </ac:spMkLst>
        </pc:spChg>
        <pc:spChg chg="add mod">
          <ac:chgData name="Yahir Adrian Ortiz Estrella" userId="f05236199d9cb247" providerId="LiveId" clId="{3CBD77D6-72C8-44D6-A27B-976CC077C692}" dt="2026-03-11T23:17:45.816" v="28"/>
          <ac:spMkLst>
            <pc:docMk/>
            <pc:sldMk cId="0" sldId="258"/>
            <ac:spMk id="20" creationId="{217D560B-67D7-80DB-B364-57D10E734405}"/>
          </ac:spMkLst>
        </pc:spChg>
        <pc:spChg chg="add mod">
          <ac:chgData name="Yahir Adrian Ortiz Estrella" userId="f05236199d9cb247" providerId="LiveId" clId="{3CBD77D6-72C8-44D6-A27B-976CC077C692}" dt="2026-03-11T23:17:45.816" v="28"/>
          <ac:spMkLst>
            <pc:docMk/>
            <pc:sldMk cId="0" sldId="258"/>
            <ac:spMk id="21" creationId="{99FF5AB2-4A31-40BE-2970-3FAAAAD28067}"/>
          </ac:spMkLst>
        </pc:spChg>
      </pc:sld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s-MX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B519BE20-8124-423B-A517-54471B0C3F7F}" type="datetimeFigureOut">
              <a:rPr lang="es-MX" smtClean="0"/>
              <a:t>20/08/2026</a:t>
            </a:fld>
            <a:endParaRPr lang="es-MX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236788" y="1143000"/>
            <a:ext cx="2384425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s-MX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s-MX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s-MX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F465A27-FC27-4F35-A92A-129CEC951A98}" type="slidenum">
              <a:rPr lang="es-MX" smtClean="0"/>
              <a:t>‹#›</a:t>
            </a:fld>
            <a:endParaRPr lang="es-MX"/>
          </a:p>
        </p:txBody>
      </p:sp>
    </p:spTree>
    <p:extLst>
      <p:ext uri="{BB962C8B-B14F-4D97-AF65-F5344CB8AC3E}">
        <p14:creationId xmlns:p14="http://schemas.microsoft.com/office/powerpoint/2010/main" val="3754972780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s-MX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F465A27-FC27-4F35-A92A-129CEC951A98}" type="slidenum">
              <a:rPr lang="es-MX" smtClean="0"/>
              <a:t>1</a:t>
            </a:fld>
            <a:endParaRPr lang="es-MX"/>
          </a:p>
        </p:txBody>
      </p:sp>
    </p:spTree>
    <p:extLst>
      <p:ext uri="{BB962C8B-B14F-4D97-AF65-F5344CB8AC3E}">
        <p14:creationId xmlns:p14="http://schemas.microsoft.com/office/powerpoint/2010/main" val="2211098220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3" name="repeat:cards">
            <a:extLst>
              <a:ext uri="{FF2B5EF4-FFF2-40B4-BE49-F238E27FC236}">
                <a16:creationId xmlns:a16="http://schemas.microsoft.com/office/drawing/2014/main" id="{7C490F70-D30E-E741-C914-2A75E2B28380}"/>
              </a:ext>
            </a:extLst>
          </p:cNvPr>
          <p:cNvGrpSpPr/>
          <p:nvPr/>
        </p:nvGrpSpPr>
        <p:grpSpPr>
          <a:xfrm>
            <a:off x="457200" y="457200"/>
            <a:ext cx="6858000" cy="9144000"/>
            <a:chOff x="457200" y="457200"/>
            <a:chExt cx="6858000" cy="9144000"/>
          </a:xfrm>
        </p:grpSpPr>
        <p:sp>
          <p:nvSpPr>
            <p:cNvPr id="2" name="rbind:sentences"/>
            <p:cNvSpPr/>
            <p:nvPr/>
          </p:nvSpPr>
          <p:spPr>
            <a:xfrm>
              <a:off x="457200" y="457200"/>
              <a:ext cx="3291840" cy="1609344"/>
            </a:xfrm>
            <a:prstGeom prst="rect">
              <a:avLst/>
            </a:prstGeom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>
                <a:defRPr sz="2800" b="1"/>
              </a:pPr>
              <a:r>
                <a:rPr dirty="0"/>
                <a:t>They – swim – in the sea</a:t>
              </a:r>
            </a:p>
          </p:txBody>
        </p:sp>
        <p:sp>
          <p:nvSpPr>
            <p:cNvPr id="3" name="rbind:sentences"/>
            <p:cNvSpPr/>
            <p:nvPr/>
          </p:nvSpPr>
          <p:spPr>
            <a:xfrm>
              <a:off x="4023360" y="457200"/>
              <a:ext cx="3291840" cy="1609344"/>
            </a:xfrm>
            <a:prstGeom prst="rect">
              <a:avLst/>
            </a:prstGeom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>
                <a:defRPr sz="2800" b="1"/>
              </a:pPr>
              <a:r>
                <a:rPr dirty="0"/>
                <a:t>She – cook – in the kitchen</a:t>
              </a:r>
            </a:p>
          </p:txBody>
        </p:sp>
        <p:sp>
          <p:nvSpPr>
            <p:cNvPr id="4" name="rbind:sentences"/>
            <p:cNvSpPr/>
            <p:nvPr/>
          </p:nvSpPr>
          <p:spPr>
            <a:xfrm>
              <a:off x="457200" y="2340864"/>
              <a:ext cx="3291840" cy="1609344"/>
            </a:xfrm>
            <a:prstGeom prst="rect">
              <a:avLst/>
            </a:prstGeom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>
                <a:defRPr sz="2800" b="1"/>
              </a:pPr>
              <a:r>
                <a:rPr dirty="0"/>
                <a:t>We – watch – a movie</a:t>
              </a:r>
            </a:p>
          </p:txBody>
        </p:sp>
        <p:sp>
          <p:nvSpPr>
            <p:cNvPr id="5" name="rbind:sentences"/>
            <p:cNvSpPr/>
            <p:nvPr/>
          </p:nvSpPr>
          <p:spPr>
            <a:xfrm>
              <a:off x="4023360" y="2340864"/>
              <a:ext cx="3291840" cy="1609344"/>
            </a:xfrm>
            <a:prstGeom prst="rect">
              <a:avLst/>
            </a:prstGeom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>
                <a:defRPr sz="2800" b="1"/>
              </a:pPr>
              <a:r>
                <a:rPr dirty="0"/>
                <a:t>He – run – in the park</a:t>
              </a:r>
            </a:p>
          </p:txBody>
        </p:sp>
        <p:sp>
          <p:nvSpPr>
            <p:cNvPr id="6" name="rbind:sentences"/>
            <p:cNvSpPr/>
            <p:nvPr/>
          </p:nvSpPr>
          <p:spPr>
            <a:xfrm>
              <a:off x="457200" y="4224528"/>
              <a:ext cx="3291840" cy="1609344"/>
            </a:xfrm>
            <a:prstGeom prst="rect">
              <a:avLst/>
            </a:prstGeom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>
                <a:defRPr sz="2800" b="1"/>
              </a:pPr>
              <a:r>
                <a:rPr dirty="0"/>
                <a:t>The children – play – in the garden</a:t>
              </a:r>
            </a:p>
          </p:txBody>
        </p:sp>
        <p:sp>
          <p:nvSpPr>
            <p:cNvPr id="7" name="rbind:sentences"/>
            <p:cNvSpPr/>
            <p:nvPr/>
          </p:nvSpPr>
          <p:spPr>
            <a:xfrm>
              <a:off x="4023360" y="4224528"/>
              <a:ext cx="3291840" cy="1609344"/>
            </a:xfrm>
            <a:prstGeom prst="rect">
              <a:avLst/>
            </a:prstGeom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>
                <a:defRPr sz="2800" b="1"/>
              </a:pPr>
              <a:r>
                <a:rPr dirty="0"/>
                <a:t>I – read – a book</a:t>
              </a:r>
            </a:p>
          </p:txBody>
        </p:sp>
        <p:sp>
          <p:nvSpPr>
            <p:cNvPr id="8" name="rbind:sentences"/>
            <p:cNvSpPr/>
            <p:nvPr/>
          </p:nvSpPr>
          <p:spPr>
            <a:xfrm>
              <a:off x="457200" y="6108192"/>
              <a:ext cx="3291840" cy="1609344"/>
            </a:xfrm>
            <a:prstGeom prst="rect">
              <a:avLst/>
            </a:prstGeom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>
                <a:defRPr sz="2800" b="1"/>
              </a:pPr>
              <a:r>
                <a:rPr dirty="0"/>
                <a:t>She – talk – on the phone</a:t>
              </a:r>
            </a:p>
          </p:txBody>
        </p:sp>
        <p:sp>
          <p:nvSpPr>
            <p:cNvPr id="9" name="rbind:sentences"/>
            <p:cNvSpPr/>
            <p:nvPr/>
          </p:nvSpPr>
          <p:spPr>
            <a:xfrm>
              <a:off x="4023360" y="6108192"/>
              <a:ext cx="3291840" cy="1609344"/>
            </a:xfrm>
            <a:prstGeom prst="rect">
              <a:avLst/>
            </a:prstGeom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>
                <a:defRPr sz="2800" b="1"/>
              </a:pPr>
              <a:r>
                <a:rPr dirty="0"/>
                <a:t>They – eat – at the restaurant</a:t>
              </a:r>
            </a:p>
          </p:txBody>
        </p:sp>
        <p:sp>
          <p:nvSpPr>
            <p:cNvPr id="10" name="rbind:sentences"/>
            <p:cNvSpPr/>
            <p:nvPr/>
          </p:nvSpPr>
          <p:spPr>
            <a:xfrm>
              <a:off x="457200" y="7991856"/>
              <a:ext cx="3291840" cy="1609344"/>
            </a:xfrm>
            <a:prstGeom prst="rect">
              <a:avLst/>
            </a:prstGeom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>
                <a:defRPr sz="2800" b="1"/>
              </a:pPr>
              <a:r>
                <a:rPr dirty="0"/>
                <a:t>He – study – in the library</a:t>
              </a:r>
            </a:p>
          </p:txBody>
        </p:sp>
        <p:sp>
          <p:nvSpPr>
            <p:cNvPr id="11" name="rbind:sentences"/>
            <p:cNvSpPr/>
            <p:nvPr/>
          </p:nvSpPr>
          <p:spPr>
            <a:xfrm>
              <a:off x="4023360" y="7991856"/>
              <a:ext cx="3291840" cy="1609344"/>
            </a:xfrm>
            <a:prstGeom prst="rect">
              <a:avLst/>
            </a:prstGeom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>
                <a:defRPr sz="2800" b="1"/>
              </a:pPr>
              <a:r>
                <a:rPr dirty="0"/>
                <a:t>We – listen – to music</a:t>
              </a:r>
            </a:p>
          </p:txBody>
        </p:sp>
      </p:grpSp>
      <p:sp>
        <p:nvSpPr>
          <p:cNvPr id="12" name="Rectangle 11">
            <a:extLst>
              <a:ext uri="{FF2B5EF4-FFF2-40B4-BE49-F238E27FC236}">
                <a16:creationId xmlns:a16="http://schemas.microsoft.com/office/drawing/2014/main" id="{ECF5FF8C-7E75-E181-FC44-D880A76BFAAF}"/>
              </a:ext>
            </a:extLst>
          </p:cNvPr>
          <p:cNvSpPr/>
          <p:nvPr/>
        </p:nvSpPr>
        <p:spPr>
          <a:xfrm>
            <a:off x="457200" y="457200"/>
            <a:ext cx="3291840" cy="217357"/>
          </a:xfrm>
          <a:prstGeom prst="rect">
            <a:avLst/>
          </a:prstGeom>
          <a:solidFill>
            <a:srgbClr val="00B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MX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81C6A5B2-5841-D363-360E-1D58B495093A}"/>
              </a:ext>
            </a:extLst>
          </p:cNvPr>
          <p:cNvSpPr/>
          <p:nvPr/>
        </p:nvSpPr>
        <p:spPr>
          <a:xfrm>
            <a:off x="457200" y="2340864"/>
            <a:ext cx="3291840" cy="217357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MX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A4DBB08B-1E22-E2EE-B6B8-1E7CB137A5C1}"/>
              </a:ext>
            </a:extLst>
          </p:cNvPr>
          <p:cNvSpPr/>
          <p:nvPr/>
        </p:nvSpPr>
        <p:spPr>
          <a:xfrm>
            <a:off x="457200" y="4224528"/>
            <a:ext cx="3291840" cy="217357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MX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00EC514B-CD88-C161-E3D2-E0989C6AED31}"/>
              </a:ext>
            </a:extLst>
          </p:cNvPr>
          <p:cNvSpPr/>
          <p:nvPr/>
        </p:nvSpPr>
        <p:spPr>
          <a:xfrm>
            <a:off x="457200" y="6097998"/>
            <a:ext cx="3291840" cy="217357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MX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EDD9BB94-997B-AD51-D5AD-BAC41265A65A}"/>
              </a:ext>
            </a:extLst>
          </p:cNvPr>
          <p:cNvSpPr/>
          <p:nvPr/>
        </p:nvSpPr>
        <p:spPr>
          <a:xfrm>
            <a:off x="457200" y="7991856"/>
            <a:ext cx="3291840" cy="217357"/>
          </a:xfrm>
          <a:prstGeom prst="rect">
            <a:avLst/>
          </a:prstGeom>
          <a:solidFill>
            <a:schemeClr val="accent4">
              <a:lumMod val="50000"/>
            </a:scheme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MX"/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406E5E14-F39C-9E7D-BD86-A21408C8A2C9}"/>
              </a:ext>
            </a:extLst>
          </p:cNvPr>
          <p:cNvSpPr/>
          <p:nvPr/>
        </p:nvSpPr>
        <p:spPr>
          <a:xfrm>
            <a:off x="4023360" y="489678"/>
            <a:ext cx="3291840" cy="217357"/>
          </a:xfrm>
          <a:prstGeom prst="rect">
            <a:avLst/>
          </a:prstGeom>
          <a:solidFill>
            <a:srgbClr val="00B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MX"/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18529E87-1FCB-49B4-B574-466CCB5F82BA}"/>
              </a:ext>
            </a:extLst>
          </p:cNvPr>
          <p:cNvSpPr/>
          <p:nvPr/>
        </p:nvSpPr>
        <p:spPr>
          <a:xfrm>
            <a:off x="4023360" y="2373342"/>
            <a:ext cx="3291840" cy="217357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MX"/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BD4D1176-C3BF-F64D-7672-E2857931D71A}"/>
              </a:ext>
            </a:extLst>
          </p:cNvPr>
          <p:cNvSpPr/>
          <p:nvPr/>
        </p:nvSpPr>
        <p:spPr>
          <a:xfrm>
            <a:off x="4023360" y="4257006"/>
            <a:ext cx="3291840" cy="217357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MX"/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EB778D72-D177-4683-750E-40C6686CA073}"/>
              </a:ext>
            </a:extLst>
          </p:cNvPr>
          <p:cNvSpPr/>
          <p:nvPr/>
        </p:nvSpPr>
        <p:spPr>
          <a:xfrm>
            <a:off x="4023360" y="6108192"/>
            <a:ext cx="3291840" cy="217357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MX"/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D0B894DA-57BE-A345-AC02-58F7612E4C5C}"/>
              </a:ext>
            </a:extLst>
          </p:cNvPr>
          <p:cNvSpPr/>
          <p:nvPr/>
        </p:nvSpPr>
        <p:spPr>
          <a:xfrm>
            <a:off x="4023360" y="8002050"/>
            <a:ext cx="3291840" cy="217357"/>
          </a:xfrm>
          <a:prstGeom prst="rect">
            <a:avLst/>
          </a:prstGeom>
          <a:solidFill>
            <a:schemeClr val="accent4">
              <a:lumMod val="50000"/>
            </a:scheme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MX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18</TotalTime>
  <Words>69</Words>
  <Application>Microsoft Office PowerPoint</Application>
  <PresentationFormat>Custom</PresentationFormat>
  <Paragraphs>11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5" baseType="lpstr">
      <vt:lpstr>Aptos</vt:lpstr>
      <vt:lpstr>Arial</vt:lpstr>
      <vt:lpstr>Calibri</vt:lpstr>
      <vt:lpstr>Office Theme</vt:lpstr>
      <vt:lpstr>PowerPoint Presentation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>Yahir</dc:creator>
  <cp:keywords/>
  <dc:description>generated using python-pptx</dc:description>
  <cp:lastModifiedBy>Yahir Adrian Ortiz Estrella</cp:lastModifiedBy>
  <cp:revision>3</cp:revision>
  <dcterms:created xsi:type="dcterms:W3CDTF">2013-01-27T09:14:16Z</dcterms:created>
  <dcterms:modified xsi:type="dcterms:W3CDTF">2026-08-20T23:47:55Z</dcterms:modified>
  <cp:category/>
</cp:coreProperties>
</file>