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</p:sldIdLst>
  <p:sldSz cx="6858000" cy="9906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0C46528-EAAA-406B-9238-4F22C92BECE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2360520" y="1143000"/>
            <a:ext cx="21362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050BB8-1A0E-4571-9BDA-203491A4062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9120" cy="34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342720" y="2317680"/>
            <a:ext cx="6171840" cy="574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AD4557-5D7A-4DE6-84B8-5DA1954AE3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4237AD-E258-4D02-97CA-9174B1110F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0C4F456-0594-4F0B-9433-D563C55445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9120" cy="34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42720" y="2317680"/>
            <a:ext cx="6171840" cy="574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A94CA48-E887-4718-BF45-DC2024F451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BE9C1C4-82C0-46A3-B3B8-10E43447E9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9120" cy="34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42720" y="2317680"/>
            <a:ext cx="3011760" cy="574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05320" y="2317680"/>
            <a:ext cx="3011760" cy="574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32615AB-6116-446D-A7CC-3A3254FFE1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ADC0B14-9E08-4BFF-A3B6-BC522BEA6C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9120" cy="34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699894F-E586-4743-A291-25D31E7016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B54AE51-8EE3-4D95-99A9-4460AB26A9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D7A3EAB-D2EF-420E-8833-D9F67A4B81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C8ACD17-9E4B-4306-8049-76415AC0BC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9120" cy="34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</a:pP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Cli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ck 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to 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edi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t 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Ma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ste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r 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titl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e 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sty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le</a:t>
            </a:r>
            <a:endParaRPr b="0" lang="en-US" sz="45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739C68-0C2C-4AC0-9466-9076EA0DAABD}" type="slidenum"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Click to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edit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Master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title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style</a:t>
            </a:r>
            <a:endParaRPr b="0" lang="en-US" sz="33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4800" cy="628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72F80A-F54B-4EC4-8978-70B4A07FAF9F}" type="slidenum"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907880" y="527400"/>
            <a:ext cx="1478520" cy="839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li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k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o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d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it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M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a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st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r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ti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tl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st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yl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endParaRPr b="0" lang="en-US" sz="33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71600" y="527400"/>
            <a:ext cx="4350240" cy="839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634D76-97E5-4DE5-8996-75306FAEEFA7}" type="slidenum"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k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o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d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M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a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r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y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endParaRPr b="0" lang="en-US" sz="33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4800" cy="628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F09798-2828-4D40-B420-4F726C0A7C36}" type="slidenum"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8000" y="2469600"/>
            <a:ext cx="5914800" cy="412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k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o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d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M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a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r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y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4500" spc="-1" strike="noStrike">
                <a:solidFill>
                  <a:schemeClr val="dk1"/>
                </a:solidFill>
                <a:latin typeface="Aptos Display"/>
              </a:rPr>
              <a:t>e</a:t>
            </a:r>
            <a:endParaRPr b="0" lang="en-US" sz="45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68000" y="6629400"/>
            <a:ext cx="5914800" cy="216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CCEDA2-1FD6-44AD-8306-8F77C3BCD1C6}" type="slidenum"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k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o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d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M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a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r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y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endParaRPr b="0" lang="en-US" sz="33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2914200" cy="628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3471840" y="2637000"/>
            <a:ext cx="2914200" cy="628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FBE39E-7D57-4C38-8E98-755A3AC8D201}" type="slidenum"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7232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Click to edit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Master title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style</a:t>
            </a:r>
            <a:endParaRPr b="0" lang="en-US" sz="33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72320" y="2428200"/>
            <a:ext cx="2900880" cy="118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72320" y="3618360"/>
            <a:ext cx="2900880" cy="53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3471840" y="2428200"/>
            <a:ext cx="2915280" cy="118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3471840" y="3618360"/>
            <a:ext cx="2915280" cy="53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CF31F1-A24F-45D9-B20D-DC1926E80D3D}" type="slidenum"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k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o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d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M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a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r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y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Aptos Display"/>
              </a:rPr>
              <a:t>e</a:t>
            </a:r>
            <a:endParaRPr b="0" lang="en-US" sz="33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C9C808-F0D0-4139-8650-068AFF611912}" type="slidenum"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19C4BC-48F9-4B5D-A0CE-A87D9EC9113B}" type="slidenum"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11480" cy="231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2915640" y="1426320"/>
            <a:ext cx="3471480" cy="703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11480" cy="550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B296AD-3346-4B05-BF94-1B8D023A7887}" type="slidenum"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11480" cy="231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2915640" y="1426320"/>
            <a:ext cx="3471480" cy="703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Click icon to add picture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11480" cy="550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ECF114-D5A8-4ACE-8B3D-4DDAFDD703BE}" type="slidenum">
              <a:rPr b="0" lang="es-MX" sz="9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7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Relationship Id="rId15" Type="http://schemas.openxmlformats.org/officeDocument/2006/relationships/image" Target="../media/image4.png"/><Relationship Id="rId16" Type="http://schemas.openxmlformats.org/officeDocument/2006/relationships/image" Target="../media/image5.png"/><Relationship Id="rId17" Type="http://schemas.openxmlformats.org/officeDocument/2006/relationships/image" Target="../media/image8.png"/><Relationship Id="rId18" Type="http://schemas.openxmlformats.org/officeDocument/2006/relationships/image" Target="../media/image2.png"/><Relationship Id="rId19" Type="http://schemas.openxmlformats.org/officeDocument/2006/relationships/image" Target="../media/image3.png"/><Relationship Id="rId20" Type="http://schemas.openxmlformats.org/officeDocument/2006/relationships/image" Target="../media/image4.png"/><Relationship Id="rId21" Type="http://schemas.openxmlformats.org/officeDocument/2006/relationships/image" Target="../media/image5.png"/><Relationship Id="rId22" Type="http://schemas.openxmlformats.org/officeDocument/2006/relationships/image" Target="../media/image9.png"/><Relationship Id="rId23" Type="http://schemas.openxmlformats.org/officeDocument/2006/relationships/image" Target="../media/image2.png"/><Relationship Id="rId24" Type="http://schemas.openxmlformats.org/officeDocument/2006/relationships/image" Target="../media/image3.png"/><Relationship Id="rId25" Type="http://schemas.openxmlformats.org/officeDocument/2006/relationships/image" Target="../media/image4.png"/><Relationship Id="rId26" Type="http://schemas.openxmlformats.org/officeDocument/2006/relationships/image" Target="../media/image5.png"/><Relationship Id="rId27" Type="http://schemas.openxmlformats.org/officeDocument/2006/relationships/image" Target="../media/image10.png"/><Relationship Id="rId28" Type="http://schemas.openxmlformats.org/officeDocument/2006/relationships/image" Target="../media/image2.png"/><Relationship Id="rId29" Type="http://schemas.openxmlformats.org/officeDocument/2006/relationships/image" Target="../media/image3.png"/><Relationship Id="rId30" Type="http://schemas.openxmlformats.org/officeDocument/2006/relationships/image" Target="../media/image4.png"/><Relationship Id="rId31" Type="http://schemas.openxmlformats.org/officeDocument/2006/relationships/image" Target="../media/image5.png"/><Relationship Id="rId32" Type="http://schemas.openxmlformats.org/officeDocument/2006/relationships/image" Target="../media/image11.png"/><Relationship Id="rId33" Type="http://schemas.openxmlformats.org/officeDocument/2006/relationships/image" Target="../media/image2.png"/><Relationship Id="rId34" Type="http://schemas.openxmlformats.org/officeDocument/2006/relationships/image" Target="../media/image3.png"/><Relationship Id="rId35" Type="http://schemas.openxmlformats.org/officeDocument/2006/relationships/image" Target="../media/image4.png"/><Relationship Id="rId36" Type="http://schemas.openxmlformats.org/officeDocument/2006/relationships/image" Target="../media/image5.png"/><Relationship Id="rId37" Type="http://schemas.openxmlformats.org/officeDocument/2006/relationships/image" Target="../media/image12.png"/><Relationship Id="rId38" Type="http://schemas.openxmlformats.org/officeDocument/2006/relationships/image" Target="../media/image2.png"/><Relationship Id="rId39" Type="http://schemas.openxmlformats.org/officeDocument/2006/relationships/image" Target="../media/image3.png"/><Relationship Id="rId40" Type="http://schemas.openxmlformats.org/officeDocument/2006/relationships/image" Target="../media/image4.png"/><Relationship Id="rId41" Type="http://schemas.openxmlformats.org/officeDocument/2006/relationships/image" Target="../media/image5.png"/><Relationship Id="rId42" Type="http://schemas.openxmlformats.org/officeDocument/2006/relationships/image" Target="../media/image13.png"/><Relationship Id="rId43" Type="http://schemas.openxmlformats.org/officeDocument/2006/relationships/image" Target="../media/image2.png"/><Relationship Id="rId44" Type="http://schemas.openxmlformats.org/officeDocument/2006/relationships/image" Target="../media/image3.png"/><Relationship Id="rId45" Type="http://schemas.openxmlformats.org/officeDocument/2006/relationships/image" Target="../media/image4.png"/><Relationship Id="rId46" Type="http://schemas.openxmlformats.org/officeDocument/2006/relationships/image" Target="../media/image5.png"/><Relationship Id="rId47" Type="http://schemas.openxmlformats.org/officeDocument/2006/relationships/image" Target="../media/image14.png"/><Relationship Id="rId48" Type="http://schemas.openxmlformats.org/officeDocument/2006/relationships/image" Target="../media/image2.png"/><Relationship Id="rId49" Type="http://schemas.openxmlformats.org/officeDocument/2006/relationships/image" Target="../media/image3.png"/><Relationship Id="rId50" Type="http://schemas.openxmlformats.org/officeDocument/2006/relationships/image" Target="../media/image4.png"/><Relationship Id="rId51" Type="http://schemas.openxmlformats.org/officeDocument/2006/relationships/image" Target="../media/image5.png"/><Relationship Id="rId52" Type="http://schemas.openxmlformats.org/officeDocument/2006/relationships/image" Target="../media/image1.png"/><Relationship Id="rId53" Type="http://schemas.openxmlformats.org/officeDocument/2006/relationships/image" Target="../media/image1.png"/><Relationship Id="rId54" Type="http://schemas.openxmlformats.org/officeDocument/2006/relationships/image" Target="../media/image1.png"/><Relationship Id="rId55" Type="http://schemas.openxmlformats.org/officeDocument/2006/relationships/image" Target="../media/image1.png"/><Relationship Id="rId56" Type="http://schemas.openxmlformats.org/officeDocument/2006/relationships/image" Target="../media/image1.png"/><Relationship Id="rId57" Type="http://schemas.openxmlformats.org/officeDocument/2006/relationships/image" Target="../media/image1.png"/><Relationship Id="rId58" Type="http://schemas.openxmlformats.org/officeDocument/2006/relationships/image" Target="../media/image1.png"/><Relationship Id="rId59" Type="http://schemas.openxmlformats.org/officeDocument/2006/relationships/image" Target="../media/image1.png"/><Relationship Id="rId60" Type="http://schemas.openxmlformats.org/officeDocument/2006/relationships/slideLayout" Target="../slideLayouts/slideLayout1.xml"/><Relationship Id="rId6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3"/>
          <p:cNvSpPr/>
          <p:nvPr/>
        </p:nvSpPr>
        <p:spPr>
          <a:xfrm>
            <a:off x="1263600" y="381600"/>
            <a:ext cx="433044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5200" spc="-1" strike="noStrike">
                <a:solidFill>
                  <a:srgbClr val="fe9738"/>
                </a:solidFill>
                <a:latin typeface="Lemon"/>
                <a:ea typeface="Lemon"/>
              </a:rPr>
              <a:t>Guess Who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Picture 11" descr=""/>
          <p:cNvPicPr/>
          <p:nvPr/>
        </p:nvPicPr>
        <p:blipFill>
          <a:blip r:embed="rId1">
            <a:alphaModFix amt="35000"/>
          </a:blip>
          <a:stretch/>
        </p:blipFill>
        <p:spPr>
          <a:xfrm>
            <a:off x="2011320" y="3983400"/>
            <a:ext cx="641880" cy="64188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15" descr=""/>
          <p:cNvPicPr/>
          <p:nvPr/>
        </p:nvPicPr>
        <p:blipFill>
          <a:blip r:embed="rId2"/>
          <a:stretch/>
        </p:blipFill>
        <p:spPr>
          <a:xfrm>
            <a:off x="6004440" y="460080"/>
            <a:ext cx="641880" cy="641880"/>
          </a:xfrm>
          <a:prstGeom prst="rect">
            <a:avLst/>
          </a:prstGeom>
          <a:ln w="0">
            <a:noFill/>
          </a:ln>
        </p:spPr>
      </p:pic>
      <p:sp>
        <p:nvSpPr>
          <p:cNvPr id="74" name="TextBox 16"/>
          <p:cNvSpPr/>
          <p:nvPr/>
        </p:nvSpPr>
        <p:spPr>
          <a:xfrm>
            <a:off x="359280" y="1325160"/>
            <a:ext cx="35269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chemeClr val="dk1"/>
                </a:solidFill>
                <a:latin typeface="Lato"/>
              </a:rPr>
              <a:t>Guess the character with the clues you have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5" name="repeat:clues"/>
          <p:cNvGrpSpPr/>
          <p:nvPr/>
        </p:nvGrpSpPr>
        <p:grpSpPr>
          <a:xfrm>
            <a:off x="228600" y="1686600"/>
            <a:ext cx="1162800" cy="395640"/>
            <a:chOff x="228600" y="1686600"/>
            <a:chExt cx="1162800" cy="395640"/>
          </a:xfrm>
        </p:grpSpPr>
        <p:pic>
          <p:nvPicPr>
            <p:cNvPr id="76" name="asset:icon" descr=""/>
            <p:cNvPicPr/>
            <p:nvPr/>
          </p:nvPicPr>
          <p:blipFill>
            <a:blip r:embed="rId3"/>
            <a:stretch/>
          </p:blipFill>
          <p:spPr>
            <a:xfrm>
              <a:off x="228600" y="168660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7" name="bind:label"/>
            <p:cNvSpPr/>
            <p:nvPr/>
          </p:nvSpPr>
          <p:spPr>
            <a:xfrm>
              <a:off x="375840" y="1686600"/>
              <a:ext cx="1015560" cy="39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Lato"/>
                </a:rPr>
                <a:t>Drinks in the morning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8" name="repeat:clues"/>
          <p:cNvGrpSpPr/>
          <p:nvPr/>
        </p:nvGrpSpPr>
        <p:grpSpPr>
          <a:xfrm>
            <a:off x="1440000" y="1686600"/>
            <a:ext cx="1074600" cy="394920"/>
            <a:chOff x="1440000" y="1686600"/>
            <a:chExt cx="1074600" cy="394920"/>
          </a:xfrm>
        </p:grpSpPr>
        <p:pic>
          <p:nvPicPr>
            <p:cNvPr id="79" name="asset:icon" descr=""/>
            <p:cNvPicPr/>
            <p:nvPr/>
          </p:nvPicPr>
          <p:blipFill>
            <a:blip r:embed="rId4"/>
            <a:stretch/>
          </p:blipFill>
          <p:spPr>
            <a:xfrm>
              <a:off x="1440000" y="168660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0" name="bind:label"/>
            <p:cNvSpPr/>
            <p:nvPr/>
          </p:nvSpPr>
          <p:spPr>
            <a:xfrm>
              <a:off x="1654920" y="1686600"/>
              <a:ext cx="859680" cy="39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Lato"/>
                </a:rPr>
                <a:t>Goes to work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" name="repeat:clues"/>
          <p:cNvGrpSpPr/>
          <p:nvPr/>
        </p:nvGrpSpPr>
        <p:grpSpPr>
          <a:xfrm>
            <a:off x="2586600" y="1686600"/>
            <a:ext cx="1139040" cy="394920"/>
            <a:chOff x="2586600" y="1686600"/>
            <a:chExt cx="1139040" cy="394920"/>
          </a:xfrm>
        </p:grpSpPr>
        <p:pic>
          <p:nvPicPr>
            <p:cNvPr id="82" name="asset:icon" descr=""/>
            <p:cNvPicPr/>
            <p:nvPr/>
          </p:nvPicPr>
          <p:blipFill>
            <a:blip r:embed="rId5"/>
            <a:stretch/>
          </p:blipFill>
          <p:spPr>
            <a:xfrm>
              <a:off x="2586600" y="168660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3" name="bind:label"/>
            <p:cNvSpPr/>
            <p:nvPr/>
          </p:nvSpPr>
          <p:spPr>
            <a:xfrm>
              <a:off x="2842200" y="1686600"/>
              <a:ext cx="883440" cy="39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Lato"/>
                </a:rPr>
                <a:t>Plays sport often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4" name="repeat:clues"/>
          <p:cNvGrpSpPr/>
          <p:nvPr/>
        </p:nvGrpSpPr>
        <p:grpSpPr>
          <a:xfrm>
            <a:off x="3767760" y="1686600"/>
            <a:ext cx="1238040" cy="394920"/>
            <a:chOff x="3767760" y="1686600"/>
            <a:chExt cx="1238040" cy="394920"/>
          </a:xfrm>
        </p:grpSpPr>
        <p:pic>
          <p:nvPicPr>
            <p:cNvPr id="85" name="asset:icon" descr=""/>
            <p:cNvPicPr/>
            <p:nvPr/>
          </p:nvPicPr>
          <p:blipFill>
            <a:blip r:embed="rId6"/>
            <a:stretch/>
          </p:blipFill>
          <p:spPr>
            <a:xfrm>
              <a:off x="3767760" y="1686600"/>
              <a:ext cx="20916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6" name="bind:label"/>
            <p:cNvSpPr/>
            <p:nvPr/>
          </p:nvSpPr>
          <p:spPr>
            <a:xfrm>
              <a:off x="3977280" y="1686600"/>
              <a:ext cx="1028520" cy="39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Lato"/>
                </a:rPr>
                <a:t>Always eats meat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7" name="Rectangle: Rounded Corners 31"/>
          <p:cNvSpPr/>
          <p:nvPr/>
        </p:nvSpPr>
        <p:spPr>
          <a:xfrm>
            <a:off x="5034600" y="1237320"/>
            <a:ext cx="1611360" cy="861480"/>
          </a:xfrm>
          <a:prstGeom prst="roundRect">
            <a:avLst>
              <a:gd name="adj" fmla="val 16667"/>
            </a:avLst>
          </a:prstGeom>
          <a:solidFill>
            <a:srgbClr val="fc9638">
              <a:alpha val="48000"/>
            </a:srgbClr>
          </a:solidFill>
          <a:ln>
            <a:solidFill>
              <a:srgbClr val="985a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8" name="TextBox 32"/>
          <p:cNvSpPr/>
          <p:nvPr/>
        </p:nvSpPr>
        <p:spPr>
          <a:xfrm>
            <a:off x="5006520" y="1248120"/>
            <a:ext cx="16750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00" spc="-1" strike="noStrike">
                <a:solidFill>
                  <a:schemeClr val="dk1"/>
                </a:solidFill>
                <a:latin typeface="Lato"/>
              </a:rPr>
              <a:t>Make questions to get information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bind:example_question"/>
          <p:cNvSpPr/>
          <p:nvPr/>
        </p:nvSpPr>
        <p:spPr>
          <a:xfrm>
            <a:off x="5006520" y="1526040"/>
            <a:ext cx="16750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00" spc="-1" strike="noStrike">
                <a:solidFill>
                  <a:srgbClr val="c00000"/>
                </a:solidFill>
                <a:latin typeface="Lato"/>
              </a:rPr>
              <a:t>Does Mia drink coffee in the morning?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bind:positive_answer"/>
          <p:cNvSpPr/>
          <p:nvPr/>
        </p:nvSpPr>
        <p:spPr>
          <a:xfrm>
            <a:off x="5054760" y="1763280"/>
            <a:ext cx="8031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00" spc="-1" strike="noStrike">
                <a:solidFill>
                  <a:schemeClr val="dk1"/>
                </a:solidFill>
                <a:latin typeface="Lato"/>
              </a:rPr>
              <a:t>Yes, she does.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bind:negative_answer"/>
          <p:cNvSpPr/>
          <p:nvPr/>
        </p:nvSpPr>
        <p:spPr>
          <a:xfrm>
            <a:off x="5801040" y="1763280"/>
            <a:ext cx="8031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00" spc="-1" strike="noStrike">
                <a:solidFill>
                  <a:schemeClr val="dk1"/>
                </a:solidFill>
                <a:latin typeface="Lato"/>
              </a:rPr>
              <a:t>No, she doesn't.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2" name="repeat:characters"/>
          <p:cNvGrpSpPr/>
          <p:nvPr/>
        </p:nvGrpSpPr>
        <p:grpSpPr>
          <a:xfrm>
            <a:off x="162000" y="2315880"/>
            <a:ext cx="2054160" cy="1653120"/>
            <a:chOff x="162000" y="2315880"/>
            <a:chExt cx="2054160" cy="1653120"/>
          </a:xfrm>
        </p:grpSpPr>
        <p:sp>
          <p:nvSpPr>
            <p:cNvPr id="93" name="Rectangle: Rounded Corners 1"/>
            <p:cNvSpPr/>
            <p:nvPr/>
          </p:nvSpPr>
          <p:spPr>
            <a:xfrm>
              <a:off x="162000" y="2315880"/>
              <a:ext cx="2054160" cy="165312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pic>
          <p:nvPicPr>
            <p:cNvPr id="94" name="Picture 10" descr=""/>
            <p:cNvPicPr/>
            <p:nvPr/>
          </p:nvPicPr>
          <p:blipFill>
            <a:blip r:embed="rId7"/>
            <a:stretch/>
          </p:blipFill>
          <p:spPr>
            <a:xfrm>
              <a:off x="291600" y="2445120"/>
              <a:ext cx="630360" cy="69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5" name="TextBox 12"/>
            <p:cNvSpPr/>
            <p:nvPr/>
          </p:nvSpPr>
          <p:spPr>
            <a:xfrm>
              <a:off x="164160" y="3134880"/>
              <a:ext cx="914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dk1"/>
                  </a:solidFill>
                  <a:latin typeface="Lato"/>
                </a:rPr>
                <a:t>Mark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96" name="Picture 14" descr=""/>
            <p:cNvPicPr/>
            <p:nvPr/>
          </p:nvPicPr>
          <p:blipFill>
            <a:blip r:embed="rId8"/>
            <a:stretch/>
          </p:blipFill>
          <p:spPr>
            <a:xfrm>
              <a:off x="1001520" y="24289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7" name="Picture 24" descr=""/>
            <p:cNvPicPr/>
            <p:nvPr/>
          </p:nvPicPr>
          <p:blipFill>
            <a:blip r:embed="rId9"/>
            <a:stretch/>
          </p:blipFill>
          <p:spPr>
            <a:xfrm>
              <a:off x="1001520" y="282636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8" name="Picture 37" descr=""/>
            <p:cNvPicPr/>
            <p:nvPr/>
          </p:nvPicPr>
          <p:blipFill>
            <a:blip r:embed="rId10"/>
            <a:stretch/>
          </p:blipFill>
          <p:spPr>
            <a:xfrm>
              <a:off x="1001520" y="322380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9" name="Picture 39" descr=""/>
            <p:cNvPicPr/>
            <p:nvPr/>
          </p:nvPicPr>
          <p:blipFill>
            <a:blip r:embed="rId11"/>
            <a:stretch/>
          </p:blipFill>
          <p:spPr>
            <a:xfrm>
              <a:off x="1014120" y="3621600"/>
              <a:ext cx="20916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0" name="rbind:answers"/>
            <p:cNvSpPr/>
            <p:nvPr/>
          </p:nvSpPr>
          <p:spPr>
            <a:xfrm>
              <a:off x="1154160" y="236772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coffee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rbind:answers"/>
            <p:cNvSpPr/>
            <p:nvPr/>
          </p:nvSpPr>
          <p:spPr>
            <a:xfrm>
              <a:off x="1152000" y="275796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by bus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rbind:answers"/>
            <p:cNvSpPr/>
            <p:nvPr/>
          </p:nvSpPr>
          <p:spPr>
            <a:xfrm>
              <a:off x="1152000" y="32004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football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rbind:answers"/>
            <p:cNvSpPr/>
            <p:nvPr/>
          </p:nvSpPr>
          <p:spPr>
            <a:xfrm>
              <a:off x="1152000" y="354744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never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4" name="repeat:characters"/>
          <p:cNvGrpSpPr/>
          <p:nvPr/>
        </p:nvGrpSpPr>
        <p:grpSpPr>
          <a:xfrm>
            <a:off x="2377080" y="2315880"/>
            <a:ext cx="2054160" cy="1653120"/>
            <a:chOff x="2377080" y="2315880"/>
            <a:chExt cx="2054160" cy="1653120"/>
          </a:xfrm>
        </p:grpSpPr>
        <p:sp>
          <p:nvSpPr>
            <p:cNvPr id="105" name="Rectangle: Rounded Corners 46"/>
            <p:cNvSpPr/>
            <p:nvPr/>
          </p:nvSpPr>
          <p:spPr>
            <a:xfrm>
              <a:off x="2377080" y="2315880"/>
              <a:ext cx="2054160" cy="165312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pic>
          <p:nvPicPr>
            <p:cNvPr id="106" name="Picture 47" descr=""/>
            <p:cNvPicPr/>
            <p:nvPr/>
          </p:nvPicPr>
          <p:blipFill>
            <a:blip r:embed="rId12"/>
            <a:stretch/>
          </p:blipFill>
          <p:spPr>
            <a:xfrm>
              <a:off x="2506680" y="2445120"/>
              <a:ext cx="630360" cy="69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7" name="TextBox 48"/>
            <p:cNvSpPr/>
            <p:nvPr/>
          </p:nvSpPr>
          <p:spPr>
            <a:xfrm>
              <a:off x="2379600" y="3134880"/>
              <a:ext cx="914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dk1"/>
                  </a:solidFill>
                  <a:latin typeface="Lato"/>
                </a:rPr>
                <a:t>Maria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08" name="Picture 49" descr=""/>
            <p:cNvPicPr/>
            <p:nvPr/>
          </p:nvPicPr>
          <p:blipFill>
            <a:blip r:embed="rId13"/>
            <a:stretch/>
          </p:blipFill>
          <p:spPr>
            <a:xfrm>
              <a:off x="3216600" y="24289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9" name="Picture 50" descr=""/>
            <p:cNvPicPr/>
            <p:nvPr/>
          </p:nvPicPr>
          <p:blipFill>
            <a:blip r:embed="rId14"/>
            <a:stretch/>
          </p:blipFill>
          <p:spPr>
            <a:xfrm>
              <a:off x="3216600" y="282636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0" name="Picture 51" descr=""/>
            <p:cNvPicPr/>
            <p:nvPr/>
          </p:nvPicPr>
          <p:blipFill>
            <a:blip r:embed="rId15"/>
            <a:stretch/>
          </p:blipFill>
          <p:spPr>
            <a:xfrm>
              <a:off x="3216600" y="322380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1" name="Picture 52" descr=""/>
            <p:cNvPicPr/>
            <p:nvPr/>
          </p:nvPicPr>
          <p:blipFill>
            <a:blip r:embed="rId16"/>
            <a:stretch/>
          </p:blipFill>
          <p:spPr>
            <a:xfrm>
              <a:off x="3229560" y="3621600"/>
              <a:ext cx="20916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2" name="rbind:answers"/>
            <p:cNvSpPr/>
            <p:nvPr/>
          </p:nvSpPr>
          <p:spPr>
            <a:xfrm>
              <a:off x="3369240" y="236772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tea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" name="rbind:answers"/>
            <p:cNvSpPr/>
            <p:nvPr/>
          </p:nvSpPr>
          <p:spPr>
            <a:xfrm>
              <a:off x="3367440" y="275796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by car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" name="rbind:answers"/>
            <p:cNvSpPr/>
            <p:nvPr/>
          </p:nvSpPr>
          <p:spPr>
            <a:xfrm>
              <a:off x="3367440" y="32004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tennis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" name="rbind:answers"/>
            <p:cNvSpPr/>
            <p:nvPr/>
          </p:nvSpPr>
          <p:spPr>
            <a:xfrm>
              <a:off x="3367440" y="354744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always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6" name="repeat:characters"/>
          <p:cNvGrpSpPr/>
          <p:nvPr/>
        </p:nvGrpSpPr>
        <p:grpSpPr>
          <a:xfrm>
            <a:off x="4592520" y="2315880"/>
            <a:ext cx="2054160" cy="1653120"/>
            <a:chOff x="4592520" y="2315880"/>
            <a:chExt cx="2054160" cy="1653120"/>
          </a:xfrm>
        </p:grpSpPr>
        <p:sp>
          <p:nvSpPr>
            <p:cNvPr id="117" name="Rectangle: Rounded Corners 58"/>
            <p:cNvSpPr/>
            <p:nvPr/>
          </p:nvSpPr>
          <p:spPr>
            <a:xfrm>
              <a:off x="4592520" y="2315880"/>
              <a:ext cx="2054160" cy="165312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pic>
          <p:nvPicPr>
            <p:cNvPr id="118" name="Picture 59" descr=""/>
            <p:cNvPicPr/>
            <p:nvPr/>
          </p:nvPicPr>
          <p:blipFill>
            <a:blip r:embed="rId17"/>
            <a:stretch/>
          </p:blipFill>
          <p:spPr>
            <a:xfrm>
              <a:off x="4722120" y="2445120"/>
              <a:ext cx="630360" cy="69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9" name="TextBox 60"/>
            <p:cNvSpPr/>
            <p:nvPr/>
          </p:nvSpPr>
          <p:spPr>
            <a:xfrm>
              <a:off x="4594680" y="3134880"/>
              <a:ext cx="914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dk1"/>
                  </a:solidFill>
                  <a:latin typeface="Lato"/>
                </a:rPr>
                <a:t>Ian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20" name="Picture 61" descr=""/>
            <p:cNvPicPr/>
            <p:nvPr/>
          </p:nvPicPr>
          <p:blipFill>
            <a:blip r:embed="rId18"/>
            <a:stretch/>
          </p:blipFill>
          <p:spPr>
            <a:xfrm>
              <a:off x="5432040" y="24289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1" name="Picture 62" descr=""/>
            <p:cNvPicPr/>
            <p:nvPr/>
          </p:nvPicPr>
          <p:blipFill>
            <a:blip r:embed="rId19"/>
            <a:stretch/>
          </p:blipFill>
          <p:spPr>
            <a:xfrm>
              <a:off x="5432040" y="282636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2" name="Picture 63" descr=""/>
            <p:cNvPicPr/>
            <p:nvPr/>
          </p:nvPicPr>
          <p:blipFill>
            <a:blip r:embed="rId20"/>
            <a:stretch/>
          </p:blipFill>
          <p:spPr>
            <a:xfrm>
              <a:off x="5432040" y="322380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3" name="Picture 64" descr=""/>
            <p:cNvPicPr/>
            <p:nvPr/>
          </p:nvPicPr>
          <p:blipFill>
            <a:blip r:embed="rId21"/>
            <a:stretch/>
          </p:blipFill>
          <p:spPr>
            <a:xfrm>
              <a:off x="5444640" y="3621600"/>
              <a:ext cx="20916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rbind:answers"/>
            <p:cNvSpPr/>
            <p:nvPr/>
          </p:nvSpPr>
          <p:spPr>
            <a:xfrm>
              <a:off x="5584680" y="236772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juice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rbind:answers"/>
            <p:cNvSpPr/>
            <p:nvPr/>
          </p:nvSpPr>
          <p:spPr>
            <a:xfrm>
              <a:off x="5582520" y="275796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from home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rbind:answers"/>
            <p:cNvSpPr/>
            <p:nvPr/>
          </p:nvSpPr>
          <p:spPr>
            <a:xfrm>
              <a:off x="5582520" y="32004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never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" name="rbind:answers"/>
            <p:cNvSpPr/>
            <p:nvPr/>
          </p:nvSpPr>
          <p:spPr>
            <a:xfrm>
              <a:off x="5582520" y="354744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sometimes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" name="repeat:characters"/>
          <p:cNvGrpSpPr/>
          <p:nvPr/>
        </p:nvGrpSpPr>
        <p:grpSpPr>
          <a:xfrm>
            <a:off x="162000" y="4535640"/>
            <a:ext cx="2054160" cy="1653120"/>
            <a:chOff x="162000" y="4535640"/>
            <a:chExt cx="2054160" cy="1653120"/>
          </a:xfrm>
        </p:grpSpPr>
        <p:sp>
          <p:nvSpPr>
            <p:cNvPr id="129" name="Rectangle: Rounded Corners 214"/>
            <p:cNvSpPr/>
            <p:nvPr/>
          </p:nvSpPr>
          <p:spPr>
            <a:xfrm>
              <a:off x="162000" y="4535640"/>
              <a:ext cx="2054160" cy="165312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pic>
          <p:nvPicPr>
            <p:cNvPr id="130" name="Picture 215" descr=""/>
            <p:cNvPicPr/>
            <p:nvPr/>
          </p:nvPicPr>
          <p:blipFill>
            <a:blip r:embed="rId22"/>
            <a:stretch/>
          </p:blipFill>
          <p:spPr>
            <a:xfrm>
              <a:off x="291600" y="4664520"/>
              <a:ext cx="630360" cy="69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1" name="TextBox 216"/>
            <p:cNvSpPr/>
            <p:nvPr/>
          </p:nvSpPr>
          <p:spPr>
            <a:xfrm>
              <a:off x="164160" y="5354280"/>
              <a:ext cx="914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dk1"/>
                  </a:solidFill>
                  <a:latin typeface="Lato"/>
                </a:rPr>
                <a:t>Aisha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32" name="Picture 217" descr=""/>
            <p:cNvPicPr/>
            <p:nvPr/>
          </p:nvPicPr>
          <p:blipFill>
            <a:blip r:embed="rId23"/>
            <a:stretch/>
          </p:blipFill>
          <p:spPr>
            <a:xfrm>
              <a:off x="1001520" y="46483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3" name="Picture 218" descr=""/>
            <p:cNvPicPr/>
            <p:nvPr/>
          </p:nvPicPr>
          <p:blipFill>
            <a:blip r:embed="rId24"/>
            <a:stretch/>
          </p:blipFill>
          <p:spPr>
            <a:xfrm>
              <a:off x="1001520" y="50461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4" name="Picture 219" descr=""/>
            <p:cNvPicPr/>
            <p:nvPr/>
          </p:nvPicPr>
          <p:blipFill>
            <a:blip r:embed="rId25"/>
            <a:stretch/>
          </p:blipFill>
          <p:spPr>
            <a:xfrm>
              <a:off x="1001520" y="544356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5" name="Picture 220" descr=""/>
            <p:cNvPicPr/>
            <p:nvPr/>
          </p:nvPicPr>
          <p:blipFill>
            <a:blip r:embed="rId26"/>
            <a:stretch/>
          </p:blipFill>
          <p:spPr>
            <a:xfrm>
              <a:off x="1014120" y="5841000"/>
              <a:ext cx="20916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6" name="rbind:answers"/>
            <p:cNvSpPr/>
            <p:nvPr/>
          </p:nvSpPr>
          <p:spPr>
            <a:xfrm>
              <a:off x="1154160" y="458748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milk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rbind:answers"/>
            <p:cNvSpPr/>
            <p:nvPr/>
          </p:nvSpPr>
          <p:spPr>
            <a:xfrm>
              <a:off x="1152000" y="497736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walks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rbind:answers"/>
            <p:cNvSpPr/>
            <p:nvPr/>
          </p:nvSpPr>
          <p:spPr>
            <a:xfrm>
              <a:off x="1152000" y="54198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tennis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rbind:answers"/>
            <p:cNvSpPr/>
            <p:nvPr/>
          </p:nvSpPr>
          <p:spPr>
            <a:xfrm>
              <a:off x="1152000" y="57672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always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0" name="repeat:characters"/>
          <p:cNvGrpSpPr/>
          <p:nvPr/>
        </p:nvGrpSpPr>
        <p:grpSpPr>
          <a:xfrm>
            <a:off x="162000" y="6755040"/>
            <a:ext cx="2054160" cy="1653120"/>
            <a:chOff x="162000" y="6755040"/>
            <a:chExt cx="2054160" cy="1653120"/>
          </a:xfrm>
        </p:grpSpPr>
        <p:sp>
          <p:nvSpPr>
            <p:cNvPr id="141" name="Rectangle: Rounded Corners 226"/>
            <p:cNvSpPr/>
            <p:nvPr/>
          </p:nvSpPr>
          <p:spPr>
            <a:xfrm>
              <a:off x="162000" y="6755040"/>
              <a:ext cx="2054160" cy="165312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pic>
          <p:nvPicPr>
            <p:cNvPr id="142" name="Picture 227" descr=""/>
            <p:cNvPicPr/>
            <p:nvPr/>
          </p:nvPicPr>
          <p:blipFill>
            <a:blip r:embed="rId27"/>
            <a:stretch/>
          </p:blipFill>
          <p:spPr>
            <a:xfrm>
              <a:off x="291600" y="6884280"/>
              <a:ext cx="630360" cy="69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3" name="TextBox 228"/>
            <p:cNvSpPr/>
            <p:nvPr/>
          </p:nvSpPr>
          <p:spPr>
            <a:xfrm>
              <a:off x="164160" y="7574040"/>
              <a:ext cx="914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dk1"/>
                  </a:solidFill>
                  <a:latin typeface="Lato"/>
                </a:rPr>
                <a:t>Pryia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44" name="Picture 229" descr=""/>
            <p:cNvPicPr/>
            <p:nvPr/>
          </p:nvPicPr>
          <p:blipFill>
            <a:blip r:embed="rId28"/>
            <a:stretch/>
          </p:blipFill>
          <p:spPr>
            <a:xfrm>
              <a:off x="1001520" y="686808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5" name="Picture 230" descr=""/>
            <p:cNvPicPr/>
            <p:nvPr/>
          </p:nvPicPr>
          <p:blipFill>
            <a:blip r:embed="rId29"/>
            <a:stretch/>
          </p:blipFill>
          <p:spPr>
            <a:xfrm>
              <a:off x="1001520" y="72655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6" name="Picture 231" descr=""/>
            <p:cNvPicPr/>
            <p:nvPr/>
          </p:nvPicPr>
          <p:blipFill>
            <a:blip r:embed="rId30"/>
            <a:stretch/>
          </p:blipFill>
          <p:spPr>
            <a:xfrm>
              <a:off x="1001520" y="76633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7" name="Picture 232" descr=""/>
            <p:cNvPicPr/>
            <p:nvPr/>
          </p:nvPicPr>
          <p:blipFill>
            <a:blip r:embed="rId31"/>
            <a:stretch/>
          </p:blipFill>
          <p:spPr>
            <a:xfrm>
              <a:off x="1014120" y="8060760"/>
              <a:ext cx="20916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8" name="rbind:answers"/>
            <p:cNvSpPr/>
            <p:nvPr/>
          </p:nvSpPr>
          <p:spPr>
            <a:xfrm>
              <a:off x="1154160" y="680724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juice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" name="rbind:answers"/>
            <p:cNvSpPr/>
            <p:nvPr/>
          </p:nvSpPr>
          <p:spPr>
            <a:xfrm>
              <a:off x="1152000" y="719712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from home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rbind:answers"/>
            <p:cNvSpPr/>
            <p:nvPr/>
          </p:nvSpPr>
          <p:spPr>
            <a:xfrm>
              <a:off x="1152000" y="763956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never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rbind:answers"/>
            <p:cNvSpPr/>
            <p:nvPr/>
          </p:nvSpPr>
          <p:spPr>
            <a:xfrm>
              <a:off x="1152000" y="79866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sometimes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" name="repeat:characters"/>
          <p:cNvGrpSpPr/>
          <p:nvPr/>
        </p:nvGrpSpPr>
        <p:grpSpPr>
          <a:xfrm>
            <a:off x="2377080" y="4535640"/>
            <a:ext cx="2054160" cy="1653120"/>
            <a:chOff x="2377080" y="4535640"/>
            <a:chExt cx="2054160" cy="1653120"/>
          </a:xfrm>
        </p:grpSpPr>
        <p:sp>
          <p:nvSpPr>
            <p:cNvPr id="153" name="Rectangle: Rounded Corners 250"/>
            <p:cNvSpPr/>
            <p:nvPr/>
          </p:nvSpPr>
          <p:spPr>
            <a:xfrm>
              <a:off x="2377080" y="4535640"/>
              <a:ext cx="2054160" cy="165312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pic>
          <p:nvPicPr>
            <p:cNvPr id="154" name="Picture 251" descr=""/>
            <p:cNvPicPr/>
            <p:nvPr/>
          </p:nvPicPr>
          <p:blipFill>
            <a:blip r:embed="rId32"/>
            <a:stretch/>
          </p:blipFill>
          <p:spPr>
            <a:xfrm>
              <a:off x="2506680" y="4664520"/>
              <a:ext cx="630360" cy="69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5" name="TextBox 252"/>
            <p:cNvSpPr/>
            <p:nvPr/>
          </p:nvSpPr>
          <p:spPr>
            <a:xfrm>
              <a:off x="2379600" y="5354280"/>
              <a:ext cx="914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dk1"/>
                  </a:solidFill>
                  <a:latin typeface="Lato"/>
                </a:rPr>
                <a:t>Hiro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56" name="Picture 253" descr=""/>
            <p:cNvPicPr/>
            <p:nvPr/>
          </p:nvPicPr>
          <p:blipFill>
            <a:blip r:embed="rId33"/>
            <a:stretch/>
          </p:blipFill>
          <p:spPr>
            <a:xfrm>
              <a:off x="3216600" y="46483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7" name="Picture 254" descr=""/>
            <p:cNvPicPr/>
            <p:nvPr/>
          </p:nvPicPr>
          <p:blipFill>
            <a:blip r:embed="rId34"/>
            <a:stretch/>
          </p:blipFill>
          <p:spPr>
            <a:xfrm>
              <a:off x="3216600" y="50461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8" name="Picture 255" descr=""/>
            <p:cNvPicPr/>
            <p:nvPr/>
          </p:nvPicPr>
          <p:blipFill>
            <a:blip r:embed="rId35"/>
            <a:stretch/>
          </p:blipFill>
          <p:spPr>
            <a:xfrm>
              <a:off x="3216600" y="544356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9" name="Picture 256" descr=""/>
            <p:cNvPicPr/>
            <p:nvPr/>
          </p:nvPicPr>
          <p:blipFill>
            <a:blip r:embed="rId36"/>
            <a:stretch/>
          </p:blipFill>
          <p:spPr>
            <a:xfrm>
              <a:off x="3229560" y="5841000"/>
              <a:ext cx="20916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60" name="rbind:answers"/>
            <p:cNvSpPr/>
            <p:nvPr/>
          </p:nvSpPr>
          <p:spPr>
            <a:xfrm>
              <a:off x="3369240" y="458748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milk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" name="rbind:answers"/>
            <p:cNvSpPr/>
            <p:nvPr/>
          </p:nvSpPr>
          <p:spPr>
            <a:xfrm>
              <a:off x="3367440" y="497736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walks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rbind:answers"/>
            <p:cNvSpPr/>
            <p:nvPr/>
          </p:nvSpPr>
          <p:spPr>
            <a:xfrm>
              <a:off x="3367440" y="54198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often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" name="rbind:answers"/>
            <p:cNvSpPr/>
            <p:nvPr/>
          </p:nvSpPr>
          <p:spPr>
            <a:xfrm>
              <a:off x="3367440" y="57672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never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" name="repeat:characters"/>
          <p:cNvGrpSpPr/>
          <p:nvPr/>
        </p:nvGrpSpPr>
        <p:grpSpPr>
          <a:xfrm>
            <a:off x="4591800" y="4535640"/>
            <a:ext cx="2054160" cy="1653120"/>
            <a:chOff x="4591800" y="4535640"/>
            <a:chExt cx="2054160" cy="1653120"/>
          </a:xfrm>
        </p:grpSpPr>
        <p:sp>
          <p:nvSpPr>
            <p:cNvPr id="165" name="Rectangle: Rounded Corners 262"/>
            <p:cNvSpPr/>
            <p:nvPr/>
          </p:nvSpPr>
          <p:spPr>
            <a:xfrm>
              <a:off x="4591800" y="4535640"/>
              <a:ext cx="2054160" cy="165312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pic>
          <p:nvPicPr>
            <p:cNvPr id="166" name="Picture 263" descr=""/>
            <p:cNvPicPr/>
            <p:nvPr/>
          </p:nvPicPr>
          <p:blipFill>
            <a:blip r:embed="rId37"/>
            <a:stretch/>
          </p:blipFill>
          <p:spPr>
            <a:xfrm>
              <a:off x="4721400" y="4664520"/>
              <a:ext cx="630360" cy="69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67" name="TextBox 264"/>
            <p:cNvSpPr/>
            <p:nvPr/>
          </p:nvSpPr>
          <p:spPr>
            <a:xfrm>
              <a:off x="4593960" y="5354280"/>
              <a:ext cx="91404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600" spc="-1" strike="noStrike">
                  <a:solidFill>
                    <a:schemeClr val="dk1"/>
                  </a:solidFill>
                  <a:latin typeface="Lato"/>
                </a:rPr>
                <a:t>Joshua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68" name="Picture 265" descr=""/>
            <p:cNvPicPr/>
            <p:nvPr/>
          </p:nvPicPr>
          <p:blipFill>
            <a:blip r:embed="rId38"/>
            <a:stretch/>
          </p:blipFill>
          <p:spPr>
            <a:xfrm>
              <a:off x="5431320" y="46483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9" name="Picture 266" descr=""/>
            <p:cNvPicPr/>
            <p:nvPr/>
          </p:nvPicPr>
          <p:blipFill>
            <a:blip r:embed="rId39"/>
            <a:stretch/>
          </p:blipFill>
          <p:spPr>
            <a:xfrm>
              <a:off x="5431320" y="50461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0" name="Picture 267" descr=""/>
            <p:cNvPicPr/>
            <p:nvPr/>
          </p:nvPicPr>
          <p:blipFill>
            <a:blip r:embed="rId40"/>
            <a:stretch/>
          </p:blipFill>
          <p:spPr>
            <a:xfrm>
              <a:off x="5431320" y="544356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1" name="Picture 268" descr=""/>
            <p:cNvPicPr/>
            <p:nvPr/>
          </p:nvPicPr>
          <p:blipFill>
            <a:blip r:embed="rId41"/>
            <a:stretch/>
          </p:blipFill>
          <p:spPr>
            <a:xfrm>
              <a:off x="5443920" y="5841000"/>
              <a:ext cx="20916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2" name="rbind:answers"/>
            <p:cNvSpPr/>
            <p:nvPr/>
          </p:nvSpPr>
          <p:spPr>
            <a:xfrm>
              <a:off x="5583960" y="458748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water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" name="rbind:answers"/>
            <p:cNvSpPr/>
            <p:nvPr/>
          </p:nvSpPr>
          <p:spPr>
            <a:xfrm>
              <a:off x="5581800" y="497736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by bike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rbind:answers"/>
            <p:cNvSpPr/>
            <p:nvPr/>
          </p:nvSpPr>
          <p:spPr>
            <a:xfrm>
              <a:off x="5581800" y="54198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often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" name="rbind:answers"/>
            <p:cNvSpPr/>
            <p:nvPr/>
          </p:nvSpPr>
          <p:spPr>
            <a:xfrm>
              <a:off x="5581800" y="57672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sometimes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" name="repeat:characters"/>
          <p:cNvGrpSpPr/>
          <p:nvPr/>
        </p:nvGrpSpPr>
        <p:grpSpPr>
          <a:xfrm>
            <a:off x="2401560" y="6755040"/>
            <a:ext cx="2054160" cy="1653120"/>
            <a:chOff x="2401560" y="6755040"/>
            <a:chExt cx="2054160" cy="1653120"/>
          </a:xfrm>
        </p:grpSpPr>
        <p:sp>
          <p:nvSpPr>
            <p:cNvPr id="177" name="Rectangle: Rounded Corners 274"/>
            <p:cNvSpPr/>
            <p:nvPr/>
          </p:nvSpPr>
          <p:spPr>
            <a:xfrm>
              <a:off x="2401560" y="6755040"/>
              <a:ext cx="2054160" cy="165312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pic>
          <p:nvPicPr>
            <p:cNvPr id="178" name="Picture 275" descr=""/>
            <p:cNvPicPr/>
            <p:nvPr/>
          </p:nvPicPr>
          <p:blipFill>
            <a:blip r:embed="rId42"/>
            <a:stretch/>
          </p:blipFill>
          <p:spPr>
            <a:xfrm>
              <a:off x="2531160" y="6884280"/>
              <a:ext cx="630360" cy="69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9" name="TextBox 276"/>
            <p:cNvSpPr/>
            <p:nvPr/>
          </p:nvSpPr>
          <p:spPr>
            <a:xfrm>
              <a:off x="2404080" y="7574040"/>
              <a:ext cx="914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dk1"/>
                  </a:solidFill>
                  <a:latin typeface="Lato"/>
                </a:rPr>
                <a:t>Alex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80" name="Picture 277" descr=""/>
            <p:cNvPicPr/>
            <p:nvPr/>
          </p:nvPicPr>
          <p:blipFill>
            <a:blip r:embed="rId43"/>
            <a:stretch/>
          </p:blipFill>
          <p:spPr>
            <a:xfrm>
              <a:off x="3241080" y="686808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1" name="Picture 278" descr=""/>
            <p:cNvPicPr/>
            <p:nvPr/>
          </p:nvPicPr>
          <p:blipFill>
            <a:blip r:embed="rId44"/>
            <a:stretch/>
          </p:blipFill>
          <p:spPr>
            <a:xfrm>
              <a:off x="3241080" y="72655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2" name="Picture 279" descr=""/>
            <p:cNvPicPr/>
            <p:nvPr/>
          </p:nvPicPr>
          <p:blipFill>
            <a:blip r:embed="rId45"/>
            <a:stretch/>
          </p:blipFill>
          <p:spPr>
            <a:xfrm>
              <a:off x="3241080" y="76633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3" name="Picture 280" descr=""/>
            <p:cNvPicPr/>
            <p:nvPr/>
          </p:nvPicPr>
          <p:blipFill>
            <a:blip r:embed="rId46"/>
            <a:stretch/>
          </p:blipFill>
          <p:spPr>
            <a:xfrm>
              <a:off x="3254040" y="8060760"/>
              <a:ext cx="20916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84" name="rbind:answers"/>
            <p:cNvSpPr/>
            <p:nvPr/>
          </p:nvSpPr>
          <p:spPr>
            <a:xfrm>
              <a:off x="3393720" y="680724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coffee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" name="rbind:answers"/>
            <p:cNvSpPr/>
            <p:nvPr/>
          </p:nvSpPr>
          <p:spPr>
            <a:xfrm>
              <a:off x="3391920" y="719712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by train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" name="rbind:answers"/>
            <p:cNvSpPr/>
            <p:nvPr/>
          </p:nvSpPr>
          <p:spPr>
            <a:xfrm>
              <a:off x="3391920" y="763956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never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" name="rbind:answers"/>
            <p:cNvSpPr/>
            <p:nvPr/>
          </p:nvSpPr>
          <p:spPr>
            <a:xfrm>
              <a:off x="3391920" y="79866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always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8" name="repeat:characters"/>
          <p:cNvGrpSpPr/>
          <p:nvPr/>
        </p:nvGrpSpPr>
        <p:grpSpPr>
          <a:xfrm>
            <a:off x="4591800" y="6755040"/>
            <a:ext cx="2054160" cy="1653120"/>
            <a:chOff x="4591800" y="6755040"/>
            <a:chExt cx="2054160" cy="1653120"/>
          </a:xfrm>
        </p:grpSpPr>
        <p:sp>
          <p:nvSpPr>
            <p:cNvPr id="189" name="Rectangle: Rounded Corners 286"/>
            <p:cNvSpPr/>
            <p:nvPr/>
          </p:nvSpPr>
          <p:spPr>
            <a:xfrm>
              <a:off x="4591800" y="6755040"/>
              <a:ext cx="2054160" cy="165312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pic>
          <p:nvPicPr>
            <p:cNvPr id="190" name="Picture 287" descr=""/>
            <p:cNvPicPr/>
            <p:nvPr/>
          </p:nvPicPr>
          <p:blipFill>
            <a:blip r:embed="rId47"/>
            <a:stretch/>
          </p:blipFill>
          <p:spPr>
            <a:xfrm>
              <a:off x="4721400" y="6884280"/>
              <a:ext cx="630360" cy="69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1" name="TextBox 288"/>
            <p:cNvSpPr/>
            <p:nvPr/>
          </p:nvSpPr>
          <p:spPr>
            <a:xfrm>
              <a:off x="4593960" y="7574040"/>
              <a:ext cx="914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dk1"/>
                  </a:solidFill>
                  <a:latin typeface="Lato"/>
                </a:rPr>
                <a:t>John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92" name="Picture 289" descr=""/>
            <p:cNvPicPr/>
            <p:nvPr/>
          </p:nvPicPr>
          <p:blipFill>
            <a:blip r:embed="rId48"/>
            <a:stretch/>
          </p:blipFill>
          <p:spPr>
            <a:xfrm>
              <a:off x="5431320" y="686808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3" name="Picture 290" descr=""/>
            <p:cNvPicPr/>
            <p:nvPr/>
          </p:nvPicPr>
          <p:blipFill>
            <a:blip r:embed="rId49"/>
            <a:stretch/>
          </p:blipFill>
          <p:spPr>
            <a:xfrm>
              <a:off x="5431320" y="72655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4" name="Picture 291" descr=""/>
            <p:cNvPicPr/>
            <p:nvPr/>
          </p:nvPicPr>
          <p:blipFill>
            <a:blip r:embed="rId50"/>
            <a:stretch/>
          </p:blipFill>
          <p:spPr>
            <a:xfrm>
              <a:off x="5431320" y="7663320"/>
              <a:ext cx="215640" cy="215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5" name="Picture 292" descr=""/>
            <p:cNvPicPr/>
            <p:nvPr/>
          </p:nvPicPr>
          <p:blipFill>
            <a:blip r:embed="rId51"/>
            <a:stretch/>
          </p:blipFill>
          <p:spPr>
            <a:xfrm>
              <a:off x="5443920" y="8060760"/>
              <a:ext cx="209160" cy="21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6" name="rbind:answers"/>
            <p:cNvSpPr/>
            <p:nvPr/>
          </p:nvSpPr>
          <p:spPr>
            <a:xfrm>
              <a:off x="5583960" y="680724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tea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" name="rbind:answers"/>
            <p:cNvSpPr/>
            <p:nvPr/>
          </p:nvSpPr>
          <p:spPr>
            <a:xfrm>
              <a:off x="5581800" y="719712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from home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" name="rbind:answers"/>
            <p:cNvSpPr/>
            <p:nvPr/>
          </p:nvSpPr>
          <p:spPr>
            <a:xfrm>
              <a:off x="5581800" y="763956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football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" name="rbind:answers"/>
            <p:cNvSpPr/>
            <p:nvPr/>
          </p:nvSpPr>
          <p:spPr>
            <a:xfrm>
              <a:off x="5581800" y="7986600"/>
              <a:ext cx="990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00" spc="-1" strike="noStrike">
                  <a:solidFill>
                    <a:schemeClr val="dk1"/>
                  </a:solidFill>
                  <a:latin typeface="Aptos"/>
                </a:rPr>
                <a:t>sometimes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00" name="Picture 357" descr=""/>
          <p:cNvPicPr/>
          <p:nvPr/>
        </p:nvPicPr>
        <p:blipFill>
          <a:blip r:embed="rId52">
            <a:alphaModFix amt="35000"/>
          </a:blip>
          <a:stretch/>
        </p:blipFill>
        <p:spPr>
          <a:xfrm>
            <a:off x="4307400" y="6151320"/>
            <a:ext cx="641880" cy="641880"/>
          </a:xfrm>
          <a:prstGeom prst="rect">
            <a:avLst/>
          </a:prstGeom>
          <a:ln w="0">
            <a:noFill/>
          </a:ln>
        </p:spPr>
      </p:pic>
      <p:pic>
        <p:nvPicPr>
          <p:cNvPr id="201" name="Picture 358" descr=""/>
          <p:cNvPicPr/>
          <p:nvPr/>
        </p:nvPicPr>
        <p:blipFill>
          <a:blip r:embed="rId53">
            <a:alphaModFix amt="35000"/>
          </a:blip>
          <a:stretch/>
        </p:blipFill>
        <p:spPr>
          <a:xfrm>
            <a:off x="4231440" y="3983400"/>
            <a:ext cx="641880" cy="641880"/>
          </a:xfrm>
          <a:prstGeom prst="rect">
            <a:avLst/>
          </a:prstGeom>
          <a:ln w="0">
            <a:noFill/>
          </a:ln>
        </p:spPr>
      </p:pic>
      <p:pic>
        <p:nvPicPr>
          <p:cNvPr id="202" name="Picture 359" descr=""/>
          <p:cNvPicPr/>
          <p:nvPr/>
        </p:nvPicPr>
        <p:blipFill>
          <a:blip r:embed="rId54">
            <a:alphaModFix amt="35000"/>
          </a:blip>
          <a:stretch/>
        </p:blipFill>
        <p:spPr>
          <a:xfrm>
            <a:off x="1918800" y="6151320"/>
            <a:ext cx="641880" cy="641880"/>
          </a:xfrm>
          <a:prstGeom prst="rect">
            <a:avLst/>
          </a:prstGeom>
          <a:ln w="0">
            <a:noFill/>
          </a:ln>
        </p:spPr>
      </p:pic>
      <p:pic>
        <p:nvPicPr>
          <p:cNvPr id="203" name="Picture 360" descr=""/>
          <p:cNvPicPr/>
          <p:nvPr/>
        </p:nvPicPr>
        <p:blipFill>
          <a:blip r:embed="rId55"/>
          <a:stretch/>
        </p:blipFill>
        <p:spPr>
          <a:xfrm>
            <a:off x="211680" y="506880"/>
            <a:ext cx="641880" cy="641880"/>
          </a:xfrm>
          <a:prstGeom prst="rect">
            <a:avLst/>
          </a:prstGeom>
          <a:ln w="0">
            <a:noFill/>
          </a:ln>
        </p:spPr>
      </p:pic>
      <p:pic>
        <p:nvPicPr>
          <p:cNvPr id="204" name="Picture 361" descr=""/>
          <p:cNvPicPr/>
          <p:nvPr/>
        </p:nvPicPr>
        <p:blipFill>
          <a:blip r:embed="rId56"/>
          <a:stretch/>
        </p:blipFill>
        <p:spPr>
          <a:xfrm>
            <a:off x="5917680" y="8709120"/>
            <a:ext cx="641880" cy="641880"/>
          </a:xfrm>
          <a:prstGeom prst="rect">
            <a:avLst/>
          </a:prstGeom>
          <a:ln w="0">
            <a:noFill/>
          </a:ln>
        </p:spPr>
      </p:pic>
      <p:pic>
        <p:nvPicPr>
          <p:cNvPr id="205" name="Picture 362" descr=""/>
          <p:cNvPicPr/>
          <p:nvPr/>
        </p:nvPicPr>
        <p:blipFill>
          <a:blip r:embed="rId57"/>
          <a:stretch/>
        </p:blipFill>
        <p:spPr>
          <a:xfrm>
            <a:off x="211680" y="8668440"/>
            <a:ext cx="641880" cy="641880"/>
          </a:xfrm>
          <a:prstGeom prst="rect">
            <a:avLst/>
          </a:prstGeom>
          <a:ln w="0">
            <a:noFill/>
          </a:ln>
        </p:spPr>
      </p:pic>
      <p:pic>
        <p:nvPicPr>
          <p:cNvPr id="206" name="Picture 363" descr=""/>
          <p:cNvPicPr/>
          <p:nvPr/>
        </p:nvPicPr>
        <p:blipFill>
          <a:blip r:embed="rId58">
            <a:alphaModFix amt="35000"/>
          </a:blip>
          <a:stretch/>
        </p:blipFill>
        <p:spPr>
          <a:xfrm>
            <a:off x="3589200" y="9030240"/>
            <a:ext cx="641880" cy="641880"/>
          </a:xfrm>
          <a:prstGeom prst="rect">
            <a:avLst/>
          </a:prstGeom>
          <a:ln w="0">
            <a:noFill/>
          </a:ln>
        </p:spPr>
      </p:pic>
      <p:pic>
        <p:nvPicPr>
          <p:cNvPr id="207" name="Picture 364" descr=""/>
          <p:cNvPicPr/>
          <p:nvPr/>
        </p:nvPicPr>
        <p:blipFill>
          <a:blip r:embed="rId59">
            <a:alphaModFix amt="35000"/>
          </a:blip>
          <a:stretch/>
        </p:blipFill>
        <p:spPr>
          <a:xfrm>
            <a:off x="1855440" y="9030240"/>
            <a:ext cx="641880" cy="64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Application>LibreOffice/24.2.7.2$Linux_X86_64 LibreOffice_project/420$Build-2</Application>
  <AppVersion>15.0000</AppVersion>
  <Words>173</Words>
  <Paragraphs>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2026-07-15T21:54:23Z</dcterms:created>
  <dc:creator>Yahir Adrian Ortiz Estrella</dc:creator>
  <dc:description/>
  <dc:language>en-US</dc:language>
  <cp:lastModifiedBy/>
  <dcterms:modified xsi:type="dcterms:W3CDTF">2026-08-05T20:19:49Z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A4 Paper (210x297 mm)</vt:lpwstr>
  </property>
  <property fmtid="{D5CDD505-2E9C-101B-9397-08002B2CF9AE}" pid="4" name="Slides">
    <vt:i4>1</vt:i4>
  </property>
</Properties>
</file>